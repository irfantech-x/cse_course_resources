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43"/>
  </p:notesMasterIdLst>
  <p:sldIdLst>
    <p:sldId id="256" r:id="rId2"/>
    <p:sldId id="262" r:id="rId3"/>
    <p:sldId id="264" r:id="rId4"/>
    <p:sldId id="268" r:id="rId5"/>
    <p:sldId id="313" r:id="rId6"/>
    <p:sldId id="314" r:id="rId7"/>
    <p:sldId id="317" r:id="rId8"/>
    <p:sldId id="316" r:id="rId9"/>
    <p:sldId id="315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30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276" r:id="rId4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4"/>
    </p:embeddedFont>
    <p:embeddedFont>
      <p:font typeface="Lilita One" panose="020B0604020202020204" charset="0"/>
      <p:regular r:id="rId45"/>
    </p:embeddedFont>
    <p:embeddedFont>
      <p:font typeface="Mulish" panose="020B060402020202020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75D5"/>
    <a:srgbClr val="C62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426CF8-0313-4C99-A3F8-F1ABAD366F97}">
  <a:tblStyle styleId="{F4426CF8-0313-4C99-A3F8-F1ABAD366F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77551" autoAdjust="0"/>
  </p:normalViewPr>
  <p:slideViewPr>
    <p:cSldViewPr snapToGrid="0">
      <p:cViewPr varScale="1">
        <p:scale>
          <a:sx n="69" d="100"/>
          <a:sy n="69" d="100"/>
        </p:scale>
        <p:origin x="12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8a0076b5d1_0_16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8a0076b5d1_0_16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88e49a9d6a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88e49a9d6a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113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3715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302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217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2579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450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7720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4700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6845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3778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1144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3350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5888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79449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7026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6362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650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6476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14939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29745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94429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27287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7083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729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94264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84676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73155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3509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06674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23334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81589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56238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51726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73898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082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12834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e0bd9e236d_0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e0bd9e236d_0_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129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24800" y="1638422"/>
            <a:ext cx="6002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24800" y="2733675"/>
            <a:ext cx="51747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ulish"/>
              <a:buNone/>
              <a:defRPr sz="2000">
                <a:latin typeface="Mulish"/>
                <a:ea typeface="Mulish"/>
                <a:cs typeface="Mulish"/>
                <a:sym typeface="Mulish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sh"/>
              <a:buNone/>
              <a:defRPr sz="2800">
                <a:latin typeface="Mulish"/>
                <a:ea typeface="Mulish"/>
                <a:cs typeface="Mulish"/>
                <a:sym typeface="Mulish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sh"/>
              <a:buNone/>
              <a:defRPr sz="2800">
                <a:latin typeface="Mulish"/>
                <a:ea typeface="Mulish"/>
                <a:cs typeface="Mulish"/>
                <a:sym typeface="Mulish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sh"/>
              <a:buNone/>
              <a:defRPr sz="2800">
                <a:latin typeface="Mulish"/>
                <a:ea typeface="Mulish"/>
                <a:cs typeface="Mulish"/>
                <a:sym typeface="Mulish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sh"/>
              <a:buNone/>
              <a:defRPr sz="2800">
                <a:latin typeface="Mulish"/>
                <a:ea typeface="Mulish"/>
                <a:cs typeface="Mulish"/>
                <a:sym typeface="Mulish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sh"/>
              <a:buNone/>
              <a:defRPr sz="2800">
                <a:latin typeface="Mulish"/>
                <a:ea typeface="Mulish"/>
                <a:cs typeface="Mulish"/>
                <a:sym typeface="Mulish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sh"/>
              <a:buNone/>
              <a:defRPr sz="2800">
                <a:latin typeface="Mulish"/>
                <a:ea typeface="Mulish"/>
                <a:cs typeface="Mulish"/>
                <a:sym typeface="Mulish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sh"/>
              <a:buNone/>
              <a:defRPr sz="2800">
                <a:latin typeface="Mulish"/>
                <a:ea typeface="Mulish"/>
                <a:cs typeface="Mulish"/>
                <a:sym typeface="Mulish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sh"/>
              <a:buNone/>
              <a:defRPr sz="2800"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20000" y="1498200"/>
            <a:ext cx="82500" cy="2147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5585401" y="-35377"/>
            <a:ext cx="3821270" cy="5231077"/>
            <a:chOff x="5585401" y="1895"/>
            <a:chExt cx="3821270" cy="5231077"/>
          </a:xfrm>
        </p:grpSpPr>
        <p:sp>
          <p:nvSpPr>
            <p:cNvPr id="13" name="Google Shape;13;p2"/>
            <p:cNvSpPr/>
            <p:nvPr/>
          </p:nvSpPr>
          <p:spPr>
            <a:xfrm>
              <a:off x="8934353" y="4693222"/>
              <a:ext cx="275093" cy="539392"/>
            </a:xfrm>
            <a:custGeom>
              <a:avLst/>
              <a:gdLst/>
              <a:ahLst/>
              <a:cxnLst/>
              <a:rect l="l" t="t" r="r" b="b"/>
              <a:pathLst>
                <a:path w="8454" h="16575" extrusionOk="0">
                  <a:moveTo>
                    <a:pt x="8454" y="1"/>
                  </a:moveTo>
                  <a:cubicBezTo>
                    <a:pt x="7609" y="644"/>
                    <a:pt x="6978" y="1239"/>
                    <a:pt x="6632" y="1739"/>
                  </a:cubicBezTo>
                  <a:cubicBezTo>
                    <a:pt x="2298" y="6204"/>
                    <a:pt x="477" y="11240"/>
                    <a:pt x="1" y="16574"/>
                  </a:cubicBezTo>
                  <a:lnTo>
                    <a:pt x="4037" y="16574"/>
                  </a:lnTo>
                  <a:cubicBezTo>
                    <a:pt x="4787" y="12383"/>
                    <a:pt x="6370" y="8990"/>
                    <a:pt x="8454" y="6216"/>
                  </a:cubicBezTo>
                  <a:lnTo>
                    <a:pt x="8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671299" y="4415016"/>
              <a:ext cx="538147" cy="817598"/>
            </a:xfrm>
            <a:custGeom>
              <a:avLst/>
              <a:gdLst/>
              <a:ahLst/>
              <a:cxnLst/>
              <a:rect l="l" t="t" r="r" b="b"/>
              <a:pathLst>
                <a:path w="16538" h="25124" extrusionOk="0">
                  <a:moveTo>
                    <a:pt x="16538" y="1"/>
                  </a:moveTo>
                  <a:cubicBezTo>
                    <a:pt x="11942" y="2418"/>
                    <a:pt x="8061" y="4692"/>
                    <a:pt x="7049" y="6109"/>
                  </a:cubicBezTo>
                  <a:cubicBezTo>
                    <a:pt x="1393" y="11681"/>
                    <a:pt x="0" y="18229"/>
                    <a:pt x="286" y="25123"/>
                  </a:cubicBezTo>
                  <a:lnTo>
                    <a:pt x="3965" y="25123"/>
                  </a:lnTo>
                  <a:lnTo>
                    <a:pt x="3965" y="24897"/>
                  </a:lnTo>
                  <a:cubicBezTo>
                    <a:pt x="4334" y="13860"/>
                    <a:pt x="10073" y="7776"/>
                    <a:pt x="16538" y="3954"/>
                  </a:cubicBezTo>
                  <a:lnTo>
                    <a:pt x="16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816200" y="1171212"/>
              <a:ext cx="393246" cy="1237982"/>
            </a:xfrm>
            <a:custGeom>
              <a:avLst/>
              <a:gdLst/>
              <a:ahLst/>
              <a:cxnLst/>
              <a:rect l="l" t="t" r="r" b="b"/>
              <a:pathLst>
                <a:path w="12085" h="38042" extrusionOk="0">
                  <a:moveTo>
                    <a:pt x="12085" y="1"/>
                  </a:moveTo>
                  <a:cubicBezTo>
                    <a:pt x="2846" y="17456"/>
                    <a:pt x="0" y="25552"/>
                    <a:pt x="12085" y="38041"/>
                  </a:cubicBezTo>
                  <a:lnTo>
                    <a:pt x="12085" y="32338"/>
                  </a:lnTo>
                  <a:cubicBezTo>
                    <a:pt x="11168" y="31064"/>
                    <a:pt x="10549" y="29957"/>
                    <a:pt x="10335" y="29124"/>
                  </a:cubicBezTo>
                  <a:cubicBezTo>
                    <a:pt x="6977" y="21408"/>
                    <a:pt x="8787" y="14277"/>
                    <a:pt x="12085" y="7347"/>
                  </a:cubicBezTo>
                  <a:lnTo>
                    <a:pt x="120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407823" y="4164341"/>
              <a:ext cx="801623" cy="1068273"/>
            </a:xfrm>
            <a:custGeom>
              <a:avLst/>
              <a:gdLst/>
              <a:ahLst/>
              <a:cxnLst/>
              <a:rect l="l" t="t" r="r" b="b"/>
              <a:pathLst>
                <a:path w="24635" h="32827" extrusionOk="0">
                  <a:moveTo>
                    <a:pt x="24635" y="1"/>
                  </a:moveTo>
                  <a:cubicBezTo>
                    <a:pt x="17551" y="3453"/>
                    <a:pt x="8776" y="7823"/>
                    <a:pt x="7228" y="9883"/>
                  </a:cubicBezTo>
                  <a:cubicBezTo>
                    <a:pt x="406" y="16455"/>
                    <a:pt x="1" y="24492"/>
                    <a:pt x="1120" y="32826"/>
                  </a:cubicBezTo>
                  <a:lnTo>
                    <a:pt x="4823" y="32826"/>
                  </a:lnTo>
                  <a:cubicBezTo>
                    <a:pt x="4549" y="30742"/>
                    <a:pt x="4371" y="29064"/>
                    <a:pt x="4371" y="28016"/>
                  </a:cubicBezTo>
                  <a:cubicBezTo>
                    <a:pt x="4716" y="15086"/>
                    <a:pt x="12919" y="9323"/>
                    <a:pt x="20611" y="5918"/>
                  </a:cubicBezTo>
                  <a:cubicBezTo>
                    <a:pt x="21980" y="5204"/>
                    <a:pt x="23325" y="4513"/>
                    <a:pt x="24635" y="3870"/>
                  </a:cubicBezTo>
                  <a:lnTo>
                    <a:pt x="246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483771" y="1895"/>
              <a:ext cx="725675" cy="2726183"/>
            </a:xfrm>
            <a:custGeom>
              <a:avLst/>
              <a:gdLst/>
              <a:ahLst/>
              <a:cxnLst/>
              <a:rect l="l" t="t" r="r" b="b"/>
              <a:pathLst>
                <a:path w="22301" h="83773" extrusionOk="0">
                  <a:moveTo>
                    <a:pt x="1965" y="0"/>
                  </a:moveTo>
                  <a:cubicBezTo>
                    <a:pt x="6037" y="738"/>
                    <a:pt x="9895" y="1881"/>
                    <a:pt x="13871" y="5727"/>
                  </a:cubicBezTo>
                  <a:cubicBezTo>
                    <a:pt x="22075" y="13990"/>
                    <a:pt x="21087" y="24622"/>
                    <a:pt x="16967" y="31468"/>
                  </a:cubicBezTo>
                  <a:cubicBezTo>
                    <a:pt x="5180" y="53530"/>
                    <a:pt x="1" y="61388"/>
                    <a:pt x="13764" y="75128"/>
                  </a:cubicBezTo>
                  <a:cubicBezTo>
                    <a:pt x="16800" y="78307"/>
                    <a:pt x="19753" y="81200"/>
                    <a:pt x="22301" y="83772"/>
                  </a:cubicBezTo>
                  <a:lnTo>
                    <a:pt x="22301" y="79010"/>
                  </a:lnTo>
                  <a:cubicBezTo>
                    <a:pt x="17408" y="74081"/>
                    <a:pt x="12443" y="68747"/>
                    <a:pt x="11776" y="66211"/>
                  </a:cubicBezTo>
                  <a:cubicBezTo>
                    <a:pt x="5716" y="52566"/>
                    <a:pt x="16884" y="40886"/>
                    <a:pt x="22301" y="28777"/>
                  </a:cubicBezTo>
                  <a:lnTo>
                    <a:pt x="22301" y="8156"/>
                  </a:lnTo>
                  <a:cubicBezTo>
                    <a:pt x="21372" y="6560"/>
                    <a:pt x="20277" y="5060"/>
                    <a:pt x="19051" y="3691"/>
                  </a:cubicBezTo>
                  <a:cubicBezTo>
                    <a:pt x="17836" y="2179"/>
                    <a:pt x="16217" y="976"/>
                    <a:pt x="14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125408" y="3912495"/>
              <a:ext cx="1084038" cy="1320477"/>
            </a:xfrm>
            <a:custGeom>
              <a:avLst/>
              <a:gdLst/>
              <a:ahLst/>
              <a:cxnLst/>
              <a:rect l="l" t="t" r="r" b="b"/>
              <a:pathLst>
                <a:path w="33314" h="40577" extrusionOk="0">
                  <a:moveTo>
                    <a:pt x="33314" y="1"/>
                  </a:moveTo>
                  <a:cubicBezTo>
                    <a:pt x="32885" y="251"/>
                    <a:pt x="32445" y="489"/>
                    <a:pt x="32004" y="715"/>
                  </a:cubicBezTo>
                  <a:cubicBezTo>
                    <a:pt x="27932" y="3013"/>
                    <a:pt x="10002" y="10930"/>
                    <a:pt x="7727" y="13967"/>
                  </a:cubicBezTo>
                  <a:cubicBezTo>
                    <a:pt x="0" y="21467"/>
                    <a:pt x="1155" y="31004"/>
                    <a:pt x="2905" y="40577"/>
                  </a:cubicBezTo>
                  <a:lnTo>
                    <a:pt x="6418" y="40577"/>
                  </a:lnTo>
                  <a:cubicBezTo>
                    <a:pt x="4275" y="24563"/>
                    <a:pt x="5870" y="17372"/>
                    <a:pt x="20598" y="10288"/>
                  </a:cubicBezTo>
                  <a:cubicBezTo>
                    <a:pt x="25349" y="7835"/>
                    <a:pt x="29718" y="5775"/>
                    <a:pt x="33314" y="3965"/>
                  </a:cubicBezTo>
                  <a:lnTo>
                    <a:pt x="33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447795" y="1895"/>
              <a:ext cx="1958875" cy="5230719"/>
            </a:xfrm>
            <a:custGeom>
              <a:avLst/>
              <a:gdLst/>
              <a:ahLst/>
              <a:cxnLst/>
              <a:rect l="l" t="t" r="r" b="b"/>
              <a:pathLst>
                <a:path w="60199" h="160735" extrusionOk="0">
                  <a:moveTo>
                    <a:pt x="0" y="0"/>
                  </a:moveTo>
                  <a:cubicBezTo>
                    <a:pt x="5358" y="3238"/>
                    <a:pt x="10906" y="2786"/>
                    <a:pt x="21848" y="5001"/>
                  </a:cubicBezTo>
                  <a:cubicBezTo>
                    <a:pt x="27266" y="5894"/>
                    <a:pt x="31385" y="6203"/>
                    <a:pt x="36291" y="10787"/>
                  </a:cubicBezTo>
                  <a:cubicBezTo>
                    <a:pt x="44065" y="18502"/>
                    <a:pt x="43125" y="28504"/>
                    <a:pt x="39267" y="34909"/>
                  </a:cubicBezTo>
                  <a:cubicBezTo>
                    <a:pt x="28218" y="55495"/>
                    <a:pt x="23587" y="62793"/>
                    <a:pt x="36302" y="75485"/>
                  </a:cubicBezTo>
                  <a:cubicBezTo>
                    <a:pt x="43149" y="82677"/>
                    <a:pt x="49554" y="88297"/>
                    <a:pt x="51269" y="91773"/>
                  </a:cubicBezTo>
                  <a:cubicBezTo>
                    <a:pt x="56460" y="101298"/>
                    <a:pt x="52721" y="113228"/>
                    <a:pt x="43029" y="118086"/>
                  </a:cubicBezTo>
                  <a:cubicBezTo>
                    <a:pt x="39565" y="120027"/>
                    <a:pt x="23051" y="127444"/>
                    <a:pt x="20908" y="129956"/>
                  </a:cubicBezTo>
                  <a:cubicBezTo>
                    <a:pt x="11633" y="138434"/>
                    <a:pt x="15086" y="149852"/>
                    <a:pt x="16967" y="160734"/>
                  </a:cubicBezTo>
                  <a:lnTo>
                    <a:pt x="20277" y="160734"/>
                  </a:lnTo>
                  <a:cubicBezTo>
                    <a:pt x="17252" y="141684"/>
                    <a:pt x="17514" y="134350"/>
                    <a:pt x="32969" y="126980"/>
                  </a:cubicBezTo>
                  <a:cubicBezTo>
                    <a:pt x="42339" y="122122"/>
                    <a:pt x="49637" y="119193"/>
                    <a:pt x="52543" y="116300"/>
                  </a:cubicBezTo>
                  <a:cubicBezTo>
                    <a:pt x="53102" y="115776"/>
                    <a:pt x="53638" y="115228"/>
                    <a:pt x="54138" y="114645"/>
                  </a:cubicBezTo>
                  <a:lnTo>
                    <a:pt x="54138" y="88832"/>
                  </a:lnTo>
                  <a:cubicBezTo>
                    <a:pt x="53840" y="88487"/>
                    <a:pt x="53543" y="88142"/>
                    <a:pt x="53209" y="87820"/>
                  </a:cubicBezTo>
                  <a:cubicBezTo>
                    <a:pt x="49899" y="84070"/>
                    <a:pt x="36029" y="71461"/>
                    <a:pt x="34886" y="67449"/>
                  </a:cubicBezTo>
                  <a:cubicBezTo>
                    <a:pt x="25087" y="46172"/>
                    <a:pt x="60198" y="30063"/>
                    <a:pt x="41553" y="8823"/>
                  </a:cubicBezTo>
                  <a:cubicBezTo>
                    <a:pt x="36112" y="2167"/>
                    <a:pt x="22539" y="1810"/>
                    <a:pt x="124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7108" y="1895"/>
              <a:ext cx="2047222" cy="5230719"/>
            </a:xfrm>
            <a:custGeom>
              <a:avLst/>
              <a:gdLst/>
              <a:ahLst/>
              <a:cxnLst/>
              <a:rect l="l" t="t" r="r" b="b"/>
              <a:pathLst>
                <a:path w="62914" h="160735" extrusionOk="0">
                  <a:moveTo>
                    <a:pt x="1" y="0"/>
                  </a:moveTo>
                  <a:cubicBezTo>
                    <a:pt x="1382" y="2548"/>
                    <a:pt x="3311" y="4643"/>
                    <a:pt x="6109" y="6048"/>
                  </a:cubicBezTo>
                  <a:cubicBezTo>
                    <a:pt x="11788" y="9084"/>
                    <a:pt x="16062" y="8584"/>
                    <a:pt x="26897" y="10716"/>
                  </a:cubicBezTo>
                  <a:cubicBezTo>
                    <a:pt x="31219" y="11382"/>
                    <a:pt x="35529" y="11990"/>
                    <a:pt x="39720" y="16073"/>
                  </a:cubicBezTo>
                  <a:cubicBezTo>
                    <a:pt x="46852" y="23277"/>
                    <a:pt x="45875" y="32468"/>
                    <a:pt x="42315" y="38374"/>
                  </a:cubicBezTo>
                  <a:cubicBezTo>
                    <a:pt x="31969" y="57579"/>
                    <a:pt x="27909" y="64234"/>
                    <a:pt x="39779" y="76009"/>
                  </a:cubicBezTo>
                  <a:cubicBezTo>
                    <a:pt x="46221" y="82784"/>
                    <a:pt x="51817" y="87630"/>
                    <a:pt x="53495" y="90952"/>
                  </a:cubicBezTo>
                  <a:cubicBezTo>
                    <a:pt x="58270" y="99762"/>
                    <a:pt x="54805" y="110787"/>
                    <a:pt x="45840" y="115264"/>
                  </a:cubicBezTo>
                  <a:cubicBezTo>
                    <a:pt x="41637" y="117657"/>
                    <a:pt x="26444" y="124039"/>
                    <a:pt x="24135" y="127504"/>
                  </a:cubicBezTo>
                  <a:cubicBezTo>
                    <a:pt x="15622" y="136933"/>
                    <a:pt x="21789" y="149542"/>
                    <a:pt x="22480" y="160734"/>
                  </a:cubicBezTo>
                  <a:lnTo>
                    <a:pt x="26016" y="160734"/>
                  </a:lnTo>
                  <a:cubicBezTo>
                    <a:pt x="22349" y="138684"/>
                    <a:pt x="21099" y="131159"/>
                    <a:pt x="36767" y="123670"/>
                  </a:cubicBezTo>
                  <a:cubicBezTo>
                    <a:pt x="45518" y="119134"/>
                    <a:pt x="52293" y="116443"/>
                    <a:pt x="55067" y="113693"/>
                  </a:cubicBezTo>
                  <a:cubicBezTo>
                    <a:pt x="62651" y="106608"/>
                    <a:pt x="62913" y="94678"/>
                    <a:pt x="55662" y="87273"/>
                  </a:cubicBezTo>
                  <a:cubicBezTo>
                    <a:pt x="52674" y="83903"/>
                    <a:pt x="39839" y="72164"/>
                    <a:pt x="38744" y="68580"/>
                  </a:cubicBezTo>
                  <a:cubicBezTo>
                    <a:pt x="29302" y="48685"/>
                    <a:pt x="62294" y="33647"/>
                    <a:pt x="44756" y="13883"/>
                  </a:cubicBezTo>
                  <a:cubicBezTo>
                    <a:pt x="37779" y="5453"/>
                    <a:pt x="16741" y="8061"/>
                    <a:pt x="9073" y="2857"/>
                  </a:cubicBezTo>
                  <a:cubicBezTo>
                    <a:pt x="7680" y="2119"/>
                    <a:pt x="6430" y="1155"/>
                    <a:pt x="5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764358" y="1895"/>
              <a:ext cx="2058448" cy="5230719"/>
            </a:xfrm>
            <a:custGeom>
              <a:avLst/>
              <a:gdLst/>
              <a:ahLst/>
              <a:cxnLst/>
              <a:rect l="l" t="t" r="r" b="b"/>
              <a:pathLst>
                <a:path w="63259" h="160735" extrusionOk="0">
                  <a:moveTo>
                    <a:pt x="1" y="0"/>
                  </a:moveTo>
                  <a:cubicBezTo>
                    <a:pt x="965" y="4489"/>
                    <a:pt x="2513" y="8346"/>
                    <a:pt x="5763" y="10549"/>
                  </a:cubicBezTo>
                  <a:cubicBezTo>
                    <a:pt x="11716" y="15061"/>
                    <a:pt x="15515" y="13990"/>
                    <a:pt x="26706" y="16264"/>
                  </a:cubicBezTo>
                  <a:cubicBezTo>
                    <a:pt x="30993" y="16943"/>
                    <a:pt x="34743" y="17371"/>
                    <a:pt x="38756" y="21217"/>
                  </a:cubicBezTo>
                  <a:cubicBezTo>
                    <a:pt x="45340" y="27801"/>
                    <a:pt x="44459" y="36326"/>
                    <a:pt x="41196" y="41708"/>
                  </a:cubicBezTo>
                  <a:cubicBezTo>
                    <a:pt x="31743" y="59269"/>
                    <a:pt x="27980" y="65496"/>
                    <a:pt x="38625" y="76128"/>
                  </a:cubicBezTo>
                  <a:cubicBezTo>
                    <a:pt x="44530" y="82367"/>
                    <a:pt x="49924" y="87023"/>
                    <a:pt x="51495" y="90190"/>
                  </a:cubicBezTo>
                  <a:cubicBezTo>
                    <a:pt x="55829" y="98286"/>
                    <a:pt x="52626" y="108359"/>
                    <a:pt x="44411" y="112466"/>
                  </a:cubicBezTo>
                  <a:cubicBezTo>
                    <a:pt x="40637" y="114609"/>
                    <a:pt x="26718" y="120503"/>
                    <a:pt x="24575" y="123575"/>
                  </a:cubicBezTo>
                  <a:cubicBezTo>
                    <a:pt x="14836" y="134159"/>
                    <a:pt x="25373" y="149125"/>
                    <a:pt x="22456" y="160734"/>
                  </a:cubicBezTo>
                  <a:lnTo>
                    <a:pt x="26849" y="160734"/>
                  </a:lnTo>
                  <a:cubicBezTo>
                    <a:pt x="27278" y="153281"/>
                    <a:pt x="24528" y="144363"/>
                    <a:pt x="24158" y="138374"/>
                  </a:cubicBezTo>
                  <a:cubicBezTo>
                    <a:pt x="22908" y="116752"/>
                    <a:pt x="51067" y="120479"/>
                    <a:pt x="57305" y="105442"/>
                  </a:cubicBezTo>
                  <a:cubicBezTo>
                    <a:pt x="63259" y="90725"/>
                    <a:pt x="49614" y="83510"/>
                    <a:pt x="41470" y="74116"/>
                  </a:cubicBezTo>
                  <a:cubicBezTo>
                    <a:pt x="34946" y="67330"/>
                    <a:pt x="36017" y="58674"/>
                    <a:pt x="38815" y="53792"/>
                  </a:cubicBezTo>
                  <a:cubicBezTo>
                    <a:pt x="43387" y="44208"/>
                    <a:pt x="49864" y="35790"/>
                    <a:pt x="48423" y="28575"/>
                  </a:cubicBezTo>
                  <a:cubicBezTo>
                    <a:pt x="44363" y="5786"/>
                    <a:pt x="16872" y="18026"/>
                    <a:pt x="6823" y="5382"/>
                  </a:cubicBezTo>
                  <a:cubicBezTo>
                    <a:pt x="5501" y="4000"/>
                    <a:pt x="4549" y="2143"/>
                    <a:pt x="3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534625" y="1895"/>
              <a:ext cx="1932518" cy="5230719"/>
            </a:xfrm>
            <a:custGeom>
              <a:avLst/>
              <a:gdLst/>
              <a:ahLst/>
              <a:cxnLst/>
              <a:rect l="l" t="t" r="r" b="b"/>
              <a:pathLst>
                <a:path w="59389" h="160735" extrusionOk="0">
                  <a:moveTo>
                    <a:pt x="0" y="0"/>
                  </a:moveTo>
                  <a:cubicBezTo>
                    <a:pt x="988" y="7572"/>
                    <a:pt x="2060" y="15073"/>
                    <a:pt x="8680" y="18193"/>
                  </a:cubicBezTo>
                  <a:cubicBezTo>
                    <a:pt x="13300" y="20503"/>
                    <a:pt x="16907" y="20181"/>
                    <a:pt x="25801" y="21919"/>
                  </a:cubicBezTo>
                  <a:cubicBezTo>
                    <a:pt x="29421" y="22455"/>
                    <a:pt x="33135" y="23027"/>
                    <a:pt x="36636" y="26503"/>
                  </a:cubicBezTo>
                  <a:cubicBezTo>
                    <a:pt x="42577" y="32575"/>
                    <a:pt x="41648" y="40303"/>
                    <a:pt x="38696" y="45160"/>
                  </a:cubicBezTo>
                  <a:cubicBezTo>
                    <a:pt x="29873" y="61448"/>
                    <a:pt x="26730" y="67008"/>
                    <a:pt x="36672" y="76795"/>
                  </a:cubicBezTo>
                  <a:cubicBezTo>
                    <a:pt x="42220" y="82641"/>
                    <a:pt x="46589" y="86320"/>
                    <a:pt x="48161" y="89368"/>
                  </a:cubicBezTo>
                  <a:cubicBezTo>
                    <a:pt x="52078" y="96750"/>
                    <a:pt x="49149" y="105918"/>
                    <a:pt x="41672" y="109656"/>
                  </a:cubicBezTo>
                  <a:cubicBezTo>
                    <a:pt x="38493" y="111466"/>
                    <a:pt x="25932" y="116883"/>
                    <a:pt x="23956" y="119384"/>
                  </a:cubicBezTo>
                  <a:cubicBezTo>
                    <a:pt x="12133" y="131349"/>
                    <a:pt x="30135" y="149876"/>
                    <a:pt x="17145" y="160734"/>
                  </a:cubicBezTo>
                  <a:lnTo>
                    <a:pt x="24158" y="160734"/>
                  </a:lnTo>
                  <a:cubicBezTo>
                    <a:pt x="28516" y="153543"/>
                    <a:pt x="23956" y="140839"/>
                    <a:pt x="23515" y="133409"/>
                  </a:cubicBezTo>
                  <a:cubicBezTo>
                    <a:pt x="22455" y="113716"/>
                    <a:pt x="48185" y="117086"/>
                    <a:pt x="53888" y="103358"/>
                  </a:cubicBezTo>
                  <a:cubicBezTo>
                    <a:pt x="59389" y="89880"/>
                    <a:pt x="46816" y="83201"/>
                    <a:pt x="39386" y="74628"/>
                  </a:cubicBezTo>
                  <a:cubicBezTo>
                    <a:pt x="33409" y="68437"/>
                    <a:pt x="34397" y="60460"/>
                    <a:pt x="36945" y="56031"/>
                  </a:cubicBezTo>
                  <a:cubicBezTo>
                    <a:pt x="41577" y="46113"/>
                    <a:pt x="48221" y="38671"/>
                    <a:pt x="45137" y="30206"/>
                  </a:cubicBezTo>
                  <a:cubicBezTo>
                    <a:pt x="39565" y="12918"/>
                    <a:pt x="16276" y="22836"/>
                    <a:pt x="7465" y="11466"/>
                  </a:cubicBezTo>
                  <a:cubicBezTo>
                    <a:pt x="5144" y="8906"/>
                    <a:pt x="4084" y="4620"/>
                    <a:pt x="3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585401" y="1895"/>
              <a:ext cx="2525299" cy="5230719"/>
            </a:xfrm>
            <a:custGeom>
              <a:avLst/>
              <a:gdLst/>
              <a:ahLst/>
              <a:cxnLst/>
              <a:rect l="l" t="t" r="r" b="b"/>
              <a:pathLst>
                <a:path w="77606" h="160735" extrusionOk="0">
                  <a:moveTo>
                    <a:pt x="22063" y="0"/>
                  </a:moveTo>
                  <a:cubicBezTo>
                    <a:pt x="24194" y="8430"/>
                    <a:pt x="23135" y="19371"/>
                    <a:pt x="29933" y="23348"/>
                  </a:cubicBezTo>
                  <a:cubicBezTo>
                    <a:pt x="34660" y="26396"/>
                    <a:pt x="37625" y="25706"/>
                    <a:pt x="46435" y="27480"/>
                  </a:cubicBezTo>
                  <a:cubicBezTo>
                    <a:pt x="49971" y="28027"/>
                    <a:pt x="53091" y="28408"/>
                    <a:pt x="56377" y="31563"/>
                  </a:cubicBezTo>
                  <a:cubicBezTo>
                    <a:pt x="61890" y="37100"/>
                    <a:pt x="61009" y="44160"/>
                    <a:pt x="58318" y="48613"/>
                  </a:cubicBezTo>
                  <a:cubicBezTo>
                    <a:pt x="50233" y="63460"/>
                    <a:pt x="47602" y="68425"/>
                    <a:pt x="56675" y="77295"/>
                  </a:cubicBezTo>
                  <a:cubicBezTo>
                    <a:pt x="61699" y="82593"/>
                    <a:pt x="65200" y="85463"/>
                    <a:pt x="66795" y="88308"/>
                  </a:cubicBezTo>
                  <a:cubicBezTo>
                    <a:pt x="70498" y="95012"/>
                    <a:pt x="67878" y="103441"/>
                    <a:pt x="61044" y="106858"/>
                  </a:cubicBezTo>
                  <a:cubicBezTo>
                    <a:pt x="58449" y="108335"/>
                    <a:pt x="47364" y="113216"/>
                    <a:pt x="45483" y="115217"/>
                  </a:cubicBezTo>
                  <a:cubicBezTo>
                    <a:pt x="33112" y="126706"/>
                    <a:pt x="53115" y="145458"/>
                    <a:pt x="36101" y="154912"/>
                  </a:cubicBezTo>
                  <a:cubicBezTo>
                    <a:pt x="34370" y="155925"/>
                    <a:pt x="32293" y="156292"/>
                    <a:pt x="30033" y="156292"/>
                  </a:cubicBezTo>
                  <a:cubicBezTo>
                    <a:pt x="24112" y="156292"/>
                    <a:pt x="16939" y="153775"/>
                    <a:pt x="11462" y="153775"/>
                  </a:cubicBezTo>
                  <a:cubicBezTo>
                    <a:pt x="9841" y="153775"/>
                    <a:pt x="8368" y="153995"/>
                    <a:pt x="7121" y="154567"/>
                  </a:cubicBezTo>
                  <a:cubicBezTo>
                    <a:pt x="4025" y="155543"/>
                    <a:pt x="1823" y="157865"/>
                    <a:pt x="1" y="160734"/>
                  </a:cubicBezTo>
                  <a:lnTo>
                    <a:pt x="5168" y="160734"/>
                  </a:lnTo>
                  <a:cubicBezTo>
                    <a:pt x="5490" y="160472"/>
                    <a:pt x="5835" y="160234"/>
                    <a:pt x="6192" y="160020"/>
                  </a:cubicBezTo>
                  <a:cubicBezTo>
                    <a:pt x="8777" y="158294"/>
                    <a:pt x="11590" y="157709"/>
                    <a:pt x="14511" y="157709"/>
                  </a:cubicBezTo>
                  <a:cubicBezTo>
                    <a:pt x="20658" y="157709"/>
                    <a:pt x="27286" y="160297"/>
                    <a:pt x="33288" y="160297"/>
                  </a:cubicBezTo>
                  <a:cubicBezTo>
                    <a:pt x="37484" y="160297"/>
                    <a:pt x="41374" y="159032"/>
                    <a:pt x="44578" y="154733"/>
                  </a:cubicBezTo>
                  <a:cubicBezTo>
                    <a:pt x="50162" y="148518"/>
                    <a:pt x="45388" y="135755"/>
                    <a:pt x="44971" y="128468"/>
                  </a:cubicBezTo>
                  <a:cubicBezTo>
                    <a:pt x="44102" y="110704"/>
                    <a:pt x="67390" y="113693"/>
                    <a:pt x="72570" y="101286"/>
                  </a:cubicBezTo>
                  <a:cubicBezTo>
                    <a:pt x="77606" y="89047"/>
                    <a:pt x="66104" y="82903"/>
                    <a:pt x="59401" y="75164"/>
                  </a:cubicBezTo>
                  <a:cubicBezTo>
                    <a:pt x="53889" y="69449"/>
                    <a:pt x="54913" y="62139"/>
                    <a:pt x="57234" y="58162"/>
                  </a:cubicBezTo>
                  <a:cubicBezTo>
                    <a:pt x="61782" y="48577"/>
                    <a:pt x="67819" y="41886"/>
                    <a:pt x="64271" y="33814"/>
                  </a:cubicBezTo>
                  <a:cubicBezTo>
                    <a:pt x="58746" y="19431"/>
                    <a:pt x="37827" y="27944"/>
                    <a:pt x="30219" y="17526"/>
                  </a:cubicBezTo>
                  <a:cubicBezTo>
                    <a:pt x="27040" y="13823"/>
                    <a:pt x="26611" y="6382"/>
                    <a:pt x="25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019437" y="2001399"/>
            <a:ext cx="409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" name="Google Shape;26;p3"/>
          <p:cNvSpPr/>
          <p:nvPr/>
        </p:nvSpPr>
        <p:spPr>
          <a:xfrm rot="-5400000">
            <a:off x="2397000" y="2315725"/>
            <a:ext cx="82500" cy="2633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1019450" y="2743600"/>
            <a:ext cx="32553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ulish"/>
              <a:buNone/>
              <a:defRPr sz="2000">
                <a:latin typeface="Mulish"/>
                <a:ea typeface="Mulish"/>
                <a:cs typeface="Mulish"/>
                <a:sym typeface="Mulis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5532213" y="-2195"/>
            <a:ext cx="3611622" cy="4300445"/>
            <a:chOff x="5532213" y="-2195"/>
            <a:chExt cx="3611622" cy="4300445"/>
          </a:xfrm>
        </p:grpSpPr>
        <p:sp>
          <p:nvSpPr>
            <p:cNvPr id="29" name="Google Shape;29;p3"/>
            <p:cNvSpPr/>
            <p:nvPr/>
          </p:nvSpPr>
          <p:spPr>
            <a:xfrm rot="10800000" flipH="1">
              <a:off x="5532213" y="-1843"/>
              <a:ext cx="3611622" cy="4300093"/>
            </a:xfrm>
            <a:custGeom>
              <a:avLst/>
              <a:gdLst/>
              <a:ahLst/>
              <a:cxnLst/>
              <a:rect l="l" t="t" r="r" b="b"/>
              <a:pathLst>
                <a:path w="112872" h="134273" extrusionOk="0">
                  <a:moveTo>
                    <a:pt x="83885" y="0"/>
                  </a:moveTo>
                  <a:cubicBezTo>
                    <a:pt x="77646" y="0"/>
                    <a:pt x="71710" y="1067"/>
                    <a:pt x="66652" y="5185"/>
                  </a:cubicBezTo>
                  <a:cubicBezTo>
                    <a:pt x="54412" y="15138"/>
                    <a:pt x="60484" y="34284"/>
                    <a:pt x="50959" y="45023"/>
                  </a:cubicBezTo>
                  <a:cubicBezTo>
                    <a:pt x="38529" y="59060"/>
                    <a:pt x="6513" y="62478"/>
                    <a:pt x="3072" y="80432"/>
                  </a:cubicBezTo>
                  <a:cubicBezTo>
                    <a:pt x="1" y="96541"/>
                    <a:pt x="29814" y="106316"/>
                    <a:pt x="30195" y="124533"/>
                  </a:cubicBezTo>
                  <a:cubicBezTo>
                    <a:pt x="30266" y="127831"/>
                    <a:pt x="29588" y="131057"/>
                    <a:pt x="28528" y="134272"/>
                  </a:cubicBezTo>
                  <a:lnTo>
                    <a:pt x="33124" y="134272"/>
                  </a:lnTo>
                  <a:cubicBezTo>
                    <a:pt x="34434" y="130903"/>
                    <a:pt x="35398" y="127485"/>
                    <a:pt x="35600" y="123949"/>
                  </a:cubicBezTo>
                  <a:cubicBezTo>
                    <a:pt x="36612" y="105483"/>
                    <a:pt x="10681" y="97839"/>
                    <a:pt x="10752" y="79920"/>
                  </a:cubicBezTo>
                  <a:cubicBezTo>
                    <a:pt x="10788" y="70729"/>
                    <a:pt x="24968" y="63990"/>
                    <a:pt x="31886" y="60382"/>
                  </a:cubicBezTo>
                  <a:cubicBezTo>
                    <a:pt x="39672" y="56310"/>
                    <a:pt x="50162" y="53250"/>
                    <a:pt x="55829" y="46499"/>
                  </a:cubicBezTo>
                  <a:cubicBezTo>
                    <a:pt x="64449" y="36200"/>
                    <a:pt x="57294" y="18008"/>
                    <a:pt x="69617" y="8661"/>
                  </a:cubicBezTo>
                  <a:cubicBezTo>
                    <a:pt x="74537" y="4929"/>
                    <a:pt x="80167" y="3906"/>
                    <a:pt x="86058" y="3906"/>
                  </a:cubicBezTo>
                  <a:cubicBezTo>
                    <a:pt x="93207" y="3906"/>
                    <a:pt x="100740" y="5414"/>
                    <a:pt x="107850" y="5414"/>
                  </a:cubicBezTo>
                  <a:cubicBezTo>
                    <a:pt x="109552" y="5414"/>
                    <a:pt x="111229" y="5327"/>
                    <a:pt x="112872" y="5113"/>
                  </a:cubicBezTo>
                  <a:lnTo>
                    <a:pt x="112872" y="303"/>
                  </a:lnTo>
                  <a:cubicBezTo>
                    <a:pt x="110131" y="991"/>
                    <a:pt x="107258" y="1230"/>
                    <a:pt x="104314" y="1230"/>
                  </a:cubicBezTo>
                  <a:cubicBezTo>
                    <a:pt x="97633" y="1230"/>
                    <a:pt x="90585" y="0"/>
                    <a:pt x="8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 flipH="1">
              <a:off x="6097961" y="-1843"/>
              <a:ext cx="3045490" cy="4054301"/>
            </a:xfrm>
            <a:custGeom>
              <a:avLst/>
              <a:gdLst/>
              <a:ahLst/>
              <a:cxnLst/>
              <a:rect l="l" t="t" r="r" b="b"/>
              <a:pathLst>
                <a:path w="95179" h="126598" extrusionOk="0">
                  <a:moveTo>
                    <a:pt x="70508" y="1"/>
                  </a:moveTo>
                  <a:cubicBezTo>
                    <a:pt x="64970" y="1"/>
                    <a:pt x="59685" y="1001"/>
                    <a:pt x="55031" y="4439"/>
                  </a:cubicBezTo>
                  <a:cubicBezTo>
                    <a:pt x="49138" y="8797"/>
                    <a:pt x="47268" y="15833"/>
                    <a:pt x="46387" y="22799"/>
                  </a:cubicBezTo>
                  <a:cubicBezTo>
                    <a:pt x="45685" y="28383"/>
                    <a:pt x="46721" y="35657"/>
                    <a:pt x="43208" y="40205"/>
                  </a:cubicBezTo>
                  <a:cubicBezTo>
                    <a:pt x="33350" y="52969"/>
                    <a:pt x="2572" y="52624"/>
                    <a:pt x="1203" y="72031"/>
                  </a:cubicBezTo>
                  <a:cubicBezTo>
                    <a:pt x="0" y="89223"/>
                    <a:pt x="25349" y="97748"/>
                    <a:pt x="23218" y="115905"/>
                  </a:cubicBezTo>
                  <a:cubicBezTo>
                    <a:pt x="22789" y="119560"/>
                    <a:pt x="21551" y="123097"/>
                    <a:pt x="20003" y="126597"/>
                  </a:cubicBezTo>
                  <a:lnTo>
                    <a:pt x="24468" y="126597"/>
                  </a:lnTo>
                  <a:cubicBezTo>
                    <a:pt x="26230" y="123025"/>
                    <a:pt x="27718" y="119418"/>
                    <a:pt x="28385" y="115691"/>
                  </a:cubicBezTo>
                  <a:cubicBezTo>
                    <a:pt x="31540" y="97939"/>
                    <a:pt x="7870" y="88438"/>
                    <a:pt x="9609" y="72067"/>
                  </a:cubicBezTo>
                  <a:cubicBezTo>
                    <a:pt x="11716" y="52266"/>
                    <a:pt x="39386" y="54386"/>
                    <a:pt x="48459" y="41479"/>
                  </a:cubicBezTo>
                  <a:cubicBezTo>
                    <a:pt x="51304" y="37431"/>
                    <a:pt x="49661" y="30252"/>
                    <a:pt x="49947" y="25347"/>
                  </a:cubicBezTo>
                  <a:cubicBezTo>
                    <a:pt x="50352" y="18596"/>
                    <a:pt x="52590" y="11881"/>
                    <a:pt x="58317" y="7868"/>
                  </a:cubicBezTo>
                  <a:cubicBezTo>
                    <a:pt x="62738" y="4771"/>
                    <a:pt x="67688" y="3825"/>
                    <a:pt x="72867" y="3825"/>
                  </a:cubicBezTo>
                  <a:cubicBezTo>
                    <a:pt x="80132" y="3825"/>
                    <a:pt x="87846" y="5686"/>
                    <a:pt x="95179" y="6082"/>
                  </a:cubicBezTo>
                  <a:lnTo>
                    <a:pt x="95179" y="1915"/>
                  </a:lnTo>
                  <a:cubicBezTo>
                    <a:pt x="94800" y="1925"/>
                    <a:pt x="94420" y="1930"/>
                    <a:pt x="94038" y="1930"/>
                  </a:cubicBezTo>
                  <a:cubicBezTo>
                    <a:pt x="86381" y="1930"/>
                    <a:pt x="78200" y="1"/>
                    <a:pt x="70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10800000" flipH="1">
              <a:off x="6601601" y="-1843"/>
              <a:ext cx="2541849" cy="3806588"/>
            </a:xfrm>
            <a:custGeom>
              <a:avLst/>
              <a:gdLst/>
              <a:ahLst/>
              <a:cxnLst/>
              <a:rect l="l" t="t" r="r" b="b"/>
              <a:pathLst>
                <a:path w="79439" h="118863" extrusionOk="0">
                  <a:moveTo>
                    <a:pt x="59713" y="0"/>
                  </a:moveTo>
                  <a:cubicBezTo>
                    <a:pt x="54889" y="0"/>
                    <a:pt x="50258" y="857"/>
                    <a:pt x="46054" y="3538"/>
                  </a:cubicBezTo>
                  <a:cubicBezTo>
                    <a:pt x="40732" y="6932"/>
                    <a:pt x="38279" y="13944"/>
                    <a:pt x="37958" y="20005"/>
                  </a:cubicBezTo>
                  <a:cubicBezTo>
                    <a:pt x="37708" y="24696"/>
                    <a:pt x="40470" y="30911"/>
                    <a:pt x="38148" y="34923"/>
                  </a:cubicBezTo>
                  <a:cubicBezTo>
                    <a:pt x="34838" y="40650"/>
                    <a:pt x="25123" y="42496"/>
                    <a:pt x="19420" y="45889"/>
                  </a:cubicBezTo>
                  <a:cubicBezTo>
                    <a:pt x="12490" y="50020"/>
                    <a:pt x="3656" y="56342"/>
                    <a:pt x="2382" y="64641"/>
                  </a:cubicBezTo>
                  <a:cubicBezTo>
                    <a:pt x="1" y="80238"/>
                    <a:pt x="21753" y="90740"/>
                    <a:pt x="17681" y="107908"/>
                  </a:cubicBezTo>
                  <a:cubicBezTo>
                    <a:pt x="16788" y="111647"/>
                    <a:pt x="15062" y="115266"/>
                    <a:pt x="13097" y="118862"/>
                  </a:cubicBezTo>
                  <a:lnTo>
                    <a:pt x="17396" y="118862"/>
                  </a:lnTo>
                  <a:cubicBezTo>
                    <a:pt x="19527" y="115278"/>
                    <a:pt x="21467" y="111683"/>
                    <a:pt x="22551" y="108004"/>
                  </a:cubicBezTo>
                  <a:cubicBezTo>
                    <a:pt x="27373" y="91573"/>
                    <a:pt x="7978" y="80238"/>
                    <a:pt x="10871" y="65224"/>
                  </a:cubicBezTo>
                  <a:cubicBezTo>
                    <a:pt x="12490" y="56866"/>
                    <a:pt x="21563" y="51866"/>
                    <a:pt x="28242" y="47639"/>
                  </a:cubicBezTo>
                  <a:cubicBezTo>
                    <a:pt x="32886" y="44698"/>
                    <a:pt x="41696" y="40721"/>
                    <a:pt x="43744" y="36019"/>
                  </a:cubicBezTo>
                  <a:cubicBezTo>
                    <a:pt x="45280" y="32506"/>
                    <a:pt x="42553" y="26470"/>
                    <a:pt x="42625" y="22183"/>
                  </a:cubicBezTo>
                  <a:cubicBezTo>
                    <a:pt x="42696" y="16528"/>
                    <a:pt x="44578" y="10051"/>
                    <a:pt x="49757" y="6967"/>
                  </a:cubicBezTo>
                  <a:cubicBezTo>
                    <a:pt x="53682" y="4623"/>
                    <a:pt x="57960" y="3843"/>
                    <a:pt x="62406" y="3843"/>
                  </a:cubicBezTo>
                  <a:cubicBezTo>
                    <a:pt x="67940" y="3843"/>
                    <a:pt x="73735" y="5051"/>
                    <a:pt x="79439" y="5955"/>
                  </a:cubicBezTo>
                  <a:lnTo>
                    <a:pt x="79439" y="2264"/>
                  </a:lnTo>
                  <a:cubicBezTo>
                    <a:pt x="72893" y="1517"/>
                    <a:pt x="66133" y="0"/>
                    <a:pt x="59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10800000" flipH="1">
              <a:off x="7158582" y="-1843"/>
              <a:ext cx="1984869" cy="3565631"/>
            </a:xfrm>
            <a:custGeom>
              <a:avLst/>
              <a:gdLst/>
              <a:ahLst/>
              <a:cxnLst/>
              <a:rect l="l" t="t" r="r" b="b"/>
              <a:pathLst>
                <a:path w="62032" h="111339" extrusionOk="0">
                  <a:moveTo>
                    <a:pt x="47798" y="1"/>
                  </a:moveTo>
                  <a:cubicBezTo>
                    <a:pt x="43708" y="1"/>
                    <a:pt x="39809" y="740"/>
                    <a:pt x="36267" y="2884"/>
                  </a:cubicBezTo>
                  <a:cubicBezTo>
                    <a:pt x="25658" y="9290"/>
                    <a:pt x="33267" y="20791"/>
                    <a:pt x="32088" y="29495"/>
                  </a:cubicBezTo>
                  <a:cubicBezTo>
                    <a:pt x="30266" y="42937"/>
                    <a:pt x="5537" y="43699"/>
                    <a:pt x="1810" y="58510"/>
                  </a:cubicBezTo>
                  <a:cubicBezTo>
                    <a:pt x="0" y="65678"/>
                    <a:pt x="5025" y="72738"/>
                    <a:pt x="7680" y="79215"/>
                  </a:cubicBezTo>
                  <a:cubicBezTo>
                    <a:pt x="10514" y="86061"/>
                    <a:pt x="12359" y="93514"/>
                    <a:pt x="9859" y="100694"/>
                  </a:cubicBezTo>
                  <a:cubicBezTo>
                    <a:pt x="8609" y="104290"/>
                    <a:pt x="6489" y="107802"/>
                    <a:pt x="4203" y="111338"/>
                  </a:cubicBezTo>
                  <a:lnTo>
                    <a:pt x="8371" y="111338"/>
                  </a:lnTo>
                  <a:cubicBezTo>
                    <a:pt x="10788" y="107885"/>
                    <a:pt x="13026" y="104480"/>
                    <a:pt x="14407" y="101027"/>
                  </a:cubicBezTo>
                  <a:cubicBezTo>
                    <a:pt x="17157" y="94169"/>
                    <a:pt x="16062" y="86811"/>
                    <a:pt x="13895" y="79870"/>
                  </a:cubicBezTo>
                  <a:cubicBezTo>
                    <a:pt x="11919" y="73512"/>
                    <a:pt x="7799" y="66261"/>
                    <a:pt x="9895" y="59546"/>
                  </a:cubicBezTo>
                  <a:cubicBezTo>
                    <a:pt x="12276" y="51950"/>
                    <a:pt x="20860" y="47711"/>
                    <a:pt x="27397" y="43985"/>
                  </a:cubicBezTo>
                  <a:cubicBezTo>
                    <a:pt x="31195" y="41818"/>
                    <a:pt x="42387" y="36579"/>
                    <a:pt x="39255" y="31292"/>
                  </a:cubicBezTo>
                  <a:cubicBezTo>
                    <a:pt x="35350" y="24720"/>
                    <a:pt x="32147" y="10945"/>
                    <a:pt x="40398" y="6325"/>
                  </a:cubicBezTo>
                  <a:cubicBezTo>
                    <a:pt x="43665" y="4486"/>
                    <a:pt x="47215" y="3830"/>
                    <a:pt x="50925" y="3830"/>
                  </a:cubicBezTo>
                  <a:cubicBezTo>
                    <a:pt x="54515" y="3830"/>
                    <a:pt x="58255" y="4444"/>
                    <a:pt x="62032" y="5194"/>
                  </a:cubicBezTo>
                  <a:lnTo>
                    <a:pt x="62032" y="1848"/>
                  </a:lnTo>
                  <a:cubicBezTo>
                    <a:pt x="57205" y="930"/>
                    <a:pt x="52382" y="1"/>
                    <a:pt x="47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10800000" flipH="1">
              <a:off x="7558967" y="-1843"/>
              <a:ext cx="1584868" cy="3320640"/>
            </a:xfrm>
            <a:custGeom>
              <a:avLst/>
              <a:gdLst/>
              <a:ahLst/>
              <a:cxnLst/>
              <a:rect l="l" t="t" r="r" b="b"/>
              <a:pathLst>
                <a:path w="49531" h="103689" extrusionOk="0">
                  <a:moveTo>
                    <a:pt x="41719" y="1"/>
                  </a:moveTo>
                  <a:cubicBezTo>
                    <a:pt x="38391" y="1"/>
                    <a:pt x="35190" y="571"/>
                    <a:pt x="32207" y="2116"/>
                  </a:cubicBezTo>
                  <a:cubicBezTo>
                    <a:pt x="21075" y="7902"/>
                    <a:pt x="31886" y="19404"/>
                    <a:pt x="34124" y="26417"/>
                  </a:cubicBezTo>
                  <a:cubicBezTo>
                    <a:pt x="36005" y="32370"/>
                    <a:pt x="26635" y="36108"/>
                    <a:pt x="22516" y="38430"/>
                  </a:cubicBezTo>
                  <a:cubicBezTo>
                    <a:pt x="16039" y="42085"/>
                    <a:pt x="7883" y="45871"/>
                    <a:pt x="5144" y="53158"/>
                  </a:cubicBezTo>
                  <a:cubicBezTo>
                    <a:pt x="2739" y="59504"/>
                    <a:pt x="5966" y="66719"/>
                    <a:pt x="7323" y="73053"/>
                  </a:cubicBezTo>
                  <a:cubicBezTo>
                    <a:pt x="8812" y="79995"/>
                    <a:pt x="9240" y="87222"/>
                    <a:pt x="6311" y="93782"/>
                  </a:cubicBezTo>
                  <a:cubicBezTo>
                    <a:pt x="4835" y="97080"/>
                    <a:pt x="2489" y="100354"/>
                    <a:pt x="1" y="103688"/>
                  </a:cubicBezTo>
                  <a:lnTo>
                    <a:pt x="4132" y="103688"/>
                  </a:lnTo>
                  <a:cubicBezTo>
                    <a:pt x="6668" y="100485"/>
                    <a:pt x="9050" y="97366"/>
                    <a:pt x="10562" y="94270"/>
                  </a:cubicBezTo>
                  <a:cubicBezTo>
                    <a:pt x="13645" y="87984"/>
                    <a:pt x="13776" y="80923"/>
                    <a:pt x="12931" y="74030"/>
                  </a:cubicBezTo>
                  <a:cubicBezTo>
                    <a:pt x="12157" y="67743"/>
                    <a:pt x="9812" y="60635"/>
                    <a:pt x="12479" y="54599"/>
                  </a:cubicBezTo>
                  <a:cubicBezTo>
                    <a:pt x="15527" y="47705"/>
                    <a:pt x="23254" y="44157"/>
                    <a:pt x="29588" y="40656"/>
                  </a:cubicBezTo>
                  <a:cubicBezTo>
                    <a:pt x="34112" y="38156"/>
                    <a:pt x="40899" y="35406"/>
                    <a:pt x="40387" y="29429"/>
                  </a:cubicBezTo>
                  <a:cubicBezTo>
                    <a:pt x="39815" y="22940"/>
                    <a:pt x="24885" y="11153"/>
                    <a:pt x="36672" y="5569"/>
                  </a:cubicBezTo>
                  <a:cubicBezTo>
                    <a:pt x="39356" y="4299"/>
                    <a:pt x="42196" y="3816"/>
                    <a:pt x="45137" y="3816"/>
                  </a:cubicBezTo>
                  <a:cubicBezTo>
                    <a:pt x="46580" y="3816"/>
                    <a:pt x="48046" y="3932"/>
                    <a:pt x="49531" y="4128"/>
                  </a:cubicBezTo>
                  <a:lnTo>
                    <a:pt x="49531" y="818"/>
                  </a:lnTo>
                  <a:cubicBezTo>
                    <a:pt x="46880" y="333"/>
                    <a:pt x="44263" y="1"/>
                    <a:pt x="4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10800000" flipH="1">
              <a:off x="7821474" y="-1843"/>
              <a:ext cx="1321977" cy="3077667"/>
            </a:xfrm>
            <a:custGeom>
              <a:avLst/>
              <a:gdLst/>
              <a:ahLst/>
              <a:cxnLst/>
              <a:rect l="l" t="t" r="r" b="b"/>
              <a:pathLst>
                <a:path w="41315" h="96102" extrusionOk="0">
                  <a:moveTo>
                    <a:pt x="40381" y="0"/>
                  </a:moveTo>
                  <a:cubicBezTo>
                    <a:pt x="37833" y="0"/>
                    <a:pt x="35374" y="406"/>
                    <a:pt x="33028" y="1447"/>
                  </a:cubicBezTo>
                  <a:cubicBezTo>
                    <a:pt x="22134" y="6257"/>
                    <a:pt x="37934" y="18365"/>
                    <a:pt x="37445" y="25092"/>
                  </a:cubicBezTo>
                  <a:cubicBezTo>
                    <a:pt x="36600" y="36475"/>
                    <a:pt x="16181" y="38654"/>
                    <a:pt x="11145" y="48643"/>
                  </a:cubicBezTo>
                  <a:cubicBezTo>
                    <a:pt x="5287" y="60275"/>
                    <a:pt x="13181" y="74825"/>
                    <a:pt x="6489" y="87219"/>
                  </a:cubicBezTo>
                  <a:cubicBezTo>
                    <a:pt x="4930" y="90112"/>
                    <a:pt x="2536" y="93065"/>
                    <a:pt x="0" y="96101"/>
                  </a:cubicBezTo>
                  <a:lnTo>
                    <a:pt x="4132" y="96101"/>
                  </a:lnTo>
                  <a:cubicBezTo>
                    <a:pt x="6644" y="93244"/>
                    <a:pt x="8978" y="90469"/>
                    <a:pt x="10502" y="87779"/>
                  </a:cubicBezTo>
                  <a:cubicBezTo>
                    <a:pt x="17205" y="76075"/>
                    <a:pt x="11276" y="61478"/>
                    <a:pt x="17514" y="50429"/>
                  </a:cubicBezTo>
                  <a:cubicBezTo>
                    <a:pt x="22598" y="41428"/>
                    <a:pt x="37553" y="39344"/>
                    <a:pt x="41315" y="30010"/>
                  </a:cubicBezTo>
                  <a:lnTo>
                    <a:pt x="41315" y="24295"/>
                  </a:lnTo>
                  <a:cubicBezTo>
                    <a:pt x="38791" y="17270"/>
                    <a:pt x="29861" y="7947"/>
                    <a:pt x="37624" y="4899"/>
                  </a:cubicBezTo>
                  <a:cubicBezTo>
                    <a:pt x="38815" y="4435"/>
                    <a:pt x="40053" y="4114"/>
                    <a:pt x="41315" y="3947"/>
                  </a:cubicBezTo>
                  <a:lnTo>
                    <a:pt x="41315" y="18"/>
                  </a:lnTo>
                  <a:cubicBezTo>
                    <a:pt x="41002" y="6"/>
                    <a:pt x="40691" y="0"/>
                    <a:pt x="40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10800000" flipH="1">
              <a:off x="9072192" y="2532263"/>
              <a:ext cx="71258" cy="263886"/>
            </a:xfrm>
            <a:custGeom>
              <a:avLst/>
              <a:gdLst/>
              <a:ahLst/>
              <a:cxnLst/>
              <a:rect l="l" t="t" r="r" b="b"/>
              <a:pathLst>
                <a:path w="2227" h="8240" extrusionOk="0">
                  <a:moveTo>
                    <a:pt x="2227" y="0"/>
                  </a:moveTo>
                  <a:cubicBezTo>
                    <a:pt x="1" y="1381"/>
                    <a:pt x="763" y="4548"/>
                    <a:pt x="2227" y="8239"/>
                  </a:cubicBezTo>
                  <a:lnTo>
                    <a:pt x="22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 flipH="1">
              <a:off x="8087757" y="-1843"/>
              <a:ext cx="1055694" cy="1868403"/>
            </a:xfrm>
            <a:custGeom>
              <a:avLst/>
              <a:gdLst/>
              <a:ahLst/>
              <a:cxnLst/>
              <a:rect l="l" t="t" r="r" b="b"/>
              <a:pathLst>
                <a:path w="32993" h="58342" extrusionOk="0">
                  <a:moveTo>
                    <a:pt x="32993" y="1"/>
                  </a:moveTo>
                  <a:cubicBezTo>
                    <a:pt x="27528" y="5120"/>
                    <a:pt x="18944" y="8323"/>
                    <a:pt x="15050" y="14586"/>
                  </a:cubicBezTo>
                  <a:cubicBezTo>
                    <a:pt x="8514" y="25099"/>
                    <a:pt x="12669" y="39517"/>
                    <a:pt x="6121" y="50614"/>
                  </a:cubicBezTo>
                  <a:cubicBezTo>
                    <a:pt x="4668" y="53078"/>
                    <a:pt x="2430" y="55662"/>
                    <a:pt x="1" y="58341"/>
                  </a:cubicBezTo>
                  <a:lnTo>
                    <a:pt x="4156" y="58341"/>
                  </a:lnTo>
                  <a:cubicBezTo>
                    <a:pt x="6490" y="55853"/>
                    <a:pt x="8609" y="53459"/>
                    <a:pt x="9990" y="51197"/>
                  </a:cubicBezTo>
                  <a:cubicBezTo>
                    <a:pt x="16420" y="40648"/>
                    <a:pt x="13693" y="26813"/>
                    <a:pt x="20372" y="16622"/>
                  </a:cubicBezTo>
                  <a:cubicBezTo>
                    <a:pt x="23349" y="12085"/>
                    <a:pt x="28540" y="9002"/>
                    <a:pt x="32993" y="5573"/>
                  </a:cubicBezTo>
                  <a:lnTo>
                    <a:pt x="329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10800000" flipH="1">
              <a:off x="8354456" y="-1843"/>
              <a:ext cx="788994" cy="1526376"/>
            </a:xfrm>
            <a:custGeom>
              <a:avLst/>
              <a:gdLst/>
              <a:ahLst/>
              <a:cxnLst/>
              <a:rect l="l" t="t" r="r" b="b"/>
              <a:pathLst>
                <a:path w="24658" h="47662" extrusionOk="0">
                  <a:moveTo>
                    <a:pt x="24658" y="0"/>
                  </a:moveTo>
                  <a:cubicBezTo>
                    <a:pt x="21646" y="2322"/>
                    <a:pt x="18705" y="4727"/>
                    <a:pt x="16824" y="8097"/>
                  </a:cubicBezTo>
                  <a:cubicBezTo>
                    <a:pt x="11621" y="17336"/>
                    <a:pt x="10609" y="30838"/>
                    <a:pt x="5120" y="41029"/>
                  </a:cubicBezTo>
                  <a:cubicBezTo>
                    <a:pt x="3977" y="43160"/>
                    <a:pt x="2108" y="45375"/>
                    <a:pt x="0" y="47661"/>
                  </a:cubicBezTo>
                  <a:lnTo>
                    <a:pt x="3524" y="47661"/>
                  </a:lnTo>
                  <a:cubicBezTo>
                    <a:pt x="5358" y="45530"/>
                    <a:pt x="6953" y="43482"/>
                    <a:pt x="7918" y="41577"/>
                  </a:cubicBezTo>
                  <a:cubicBezTo>
                    <a:pt x="12871" y="31707"/>
                    <a:pt x="13740" y="20205"/>
                    <a:pt x="18883" y="10395"/>
                  </a:cubicBezTo>
                  <a:cubicBezTo>
                    <a:pt x="20348" y="7632"/>
                    <a:pt x="22408" y="5692"/>
                    <a:pt x="24658" y="4037"/>
                  </a:cubicBezTo>
                  <a:lnTo>
                    <a:pt x="24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10800000" flipH="1">
              <a:off x="8579591" y="-1843"/>
              <a:ext cx="563860" cy="1257558"/>
            </a:xfrm>
            <a:custGeom>
              <a:avLst/>
              <a:gdLst/>
              <a:ahLst/>
              <a:cxnLst/>
              <a:rect l="l" t="t" r="r" b="b"/>
              <a:pathLst>
                <a:path w="17622" h="39268" extrusionOk="0">
                  <a:moveTo>
                    <a:pt x="17622" y="0"/>
                  </a:moveTo>
                  <a:cubicBezTo>
                    <a:pt x="16098" y="1239"/>
                    <a:pt x="14729" y="2667"/>
                    <a:pt x="13669" y="4537"/>
                  </a:cubicBezTo>
                  <a:cubicBezTo>
                    <a:pt x="8561" y="13562"/>
                    <a:pt x="7787" y="24706"/>
                    <a:pt x="3513" y="33909"/>
                  </a:cubicBezTo>
                  <a:cubicBezTo>
                    <a:pt x="2739" y="35576"/>
                    <a:pt x="1465" y="37386"/>
                    <a:pt x="1" y="39267"/>
                  </a:cubicBezTo>
                  <a:lnTo>
                    <a:pt x="3358" y="39267"/>
                  </a:lnTo>
                  <a:cubicBezTo>
                    <a:pt x="4454" y="37719"/>
                    <a:pt x="5394" y="36219"/>
                    <a:pt x="6002" y="34790"/>
                  </a:cubicBezTo>
                  <a:cubicBezTo>
                    <a:pt x="9716" y="26099"/>
                    <a:pt x="10335" y="15645"/>
                    <a:pt x="15265" y="7299"/>
                  </a:cubicBezTo>
                  <a:cubicBezTo>
                    <a:pt x="15919" y="6203"/>
                    <a:pt x="16705" y="5215"/>
                    <a:pt x="17622" y="4334"/>
                  </a:cubicBezTo>
                  <a:lnTo>
                    <a:pt x="17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10800000" flipH="1">
              <a:off x="8788759" y="-2195"/>
              <a:ext cx="354692" cy="973848"/>
            </a:xfrm>
            <a:custGeom>
              <a:avLst/>
              <a:gdLst/>
              <a:ahLst/>
              <a:cxnLst/>
              <a:rect l="l" t="t" r="r" b="b"/>
              <a:pathLst>
                <a:path w="11085" h="30409" extrusionOk="0">
                  <a:moveTo>
                    <a:pt x="11085" y="0"/>
                  </a:moveTo>
                  <a:cubicBezTo>
                    <a:pt x="10740" y="429"/>
                    <a:pt x="10430" y="882"/>
                    <a:pt x="10144" y="1346"/>
                  </a:cubicBezTo>
                  <a:cubicBezTo>
                    <a:pt x="5453" y="9049"/>
                    <a:pt x="5001" y="18777"/>
                    <a:pt x="1834" y="26932"/>
                  </a:cubicBezTo>
                  <a:cubicBezTo>
                    <a:pt x="1334" y="28147"/>
                    <a:pt x="715" y="29302"/>
                    <a:pt x="0" y="30409"/>
                  </a:cubicBezTo>
                  <a:lnTo>
                    <a:pt x="3013" y="30397"/>
                  </a:lnTo>
                  <a:cubicBezTo>
                    <a:pt x="3429" y="29635"/>
                    <a:pt x="3786" y="28849"/>
                    <a:pt x="4096" y="28040"/>
                  </a:cubicBezTo>
                  <a:cubicBezTo>
                    <a:pt x="6739" y="20610"/>
                    <a:pt x="7061" y="12014"/>
                    <a:pt x="11085" y="4930"/>
                  </a:cubicBezTo>
                  <a:lnTo>
                    <a:pt x="110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10800000" flipH="1">
              <a:off x="8975816" y="-1843"/>
              <a:ext cx="168019" cy="639475"/>
            </a:xfrm>
            <a:custGeom>
              <a:avLst/>
              <a:gdLst/>
              <a:ahLst/>
              <a:cxnLst/>
              <a:rect l="l" t="t" r="r" b="b"/>
              <a:pathLst>
                <a:path w="5251" h="19968" extrusionOk="0">
                  <a:moveTo>
                    <a:pt x="5251" y="0"/>
                  </a:moveTo>
                  <a:cubicBezTo>
                    <a:pt x="2691" y="5942"/>
                    <a:pt x="2322" y="12752"/>
                    <a:pt x="429" y="18800"/>
                  </a:cubicBezTo>
                  <a:cubicBezTo>
                    <a:pt x="298" y="19181"/>
                    <a:pt x="155" y="19574"/>
                    <a:pt x="0" y="19967"/>
                  </a:cubicBezTo>
                  <a:lnTo>
                    <a:pt x="2572" y="19967"/>
                  </a:lnTo>
                  <a:cubicBezTo>
                    <a:pt x="3727" y="15812"/>
                    <a:pt x="4156" y="11287"/>
                    <a:pt x="5251" y="7001"/>
                  </a:cubicBezTo>
                  <a:lnTo>
                    <a:pt x="52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3"/>
          <p:cNvSpPr txBox="1">
            <a:spLocks noGrp="1"/>
          </p:cNvSpPr>
          <p:nvPr>
            <p:ph type="title" idx="2" hasCustomPrompt="1"/>
          </p:nvPr>
        </p:nvSpPr>
        <p:spPr>
          <a:xfrm>
            <a:off x="1199999" y="1355625"/>
            <a:ext cx="5394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grpSp>
        <p:nvGrpSpPr>
          <p:cNvPr id="42" name="Google Shape;42;p3"/>
          <p:cNvGrpSpPr/>
          <p:nvPr/>
        </p:nvGrpSpPr>
        <p:grpSpPr>
          <a:xfrm flipH="1">
            <a:off x="-6" y="-2208"/>
            <a:ext cx="840553" cy="1363736"/>
            <a:chOff x="6741600" y="846675"/>
            <a:chExt cx="640275" cy="1047175"/>
          </a:xfrm>
        </p:grpSpPr>
        <p:sp>
          <p:nvSpPr>
            <p:cNvPr id="43" name="Google Shape;43;p3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1696645" y="2680410"/>
            <a:ext cx="1898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330050" y="3036913"/>
            <a:ext cx="22653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5548655" y="2680410"/>
            <a:ext cx="1898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5548650" y="3036913"/>
            <a:ext cx="22653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grpSp>
        <p:nvGrpSpPr>
          <p:cNvPr id="58" name="Google Shape;58;p5"/>
          <p:cNvGrpSpPr/>
          <p:nvPr/>
        </p:nvGrpSpPr>
        <p:grpSpPr>
          <a:xfrm>
            <a:off x="165" y="-2220"/>
            <a:ext cx="9143670" cy="5147940"/>
            <a:chOff x="238125" y="846675"/>
            <a:chExt cx="7144050" cy="4018375"/>
          </a:xfrm>
        </p:grpSpPr>
        <p:sp>
          <p:nvSpPr>
            <p:cNvPr id="59" name="Google Shape;59;p5"/>
            <p:cNvSpPr/>
            <p:nvPr/>
          </p:nvSpPr>
          <p:spPr>
            <a:xfrm>
              <a:off x="238125" y="3406500"/>
              <a:ext cx="824825" cy="1458550"/>
            </a:xfrm>
            <a:custGeom>
              <a:avLst/>
              <a:gdLst/>
              <a:ahLst/>
              <a:cxnLst/>
              <a:rect l="l" t="t" r="r" b="b"/>
              <a:pathLst>
                <a:path w="32993" h="58342" extrusionOk="0">
                  <a:moveTo>
                    <a:pt x="0" y="1"/>
                  </a:moveTo>
                  <a:lnTo>
                    <a:pt x="0" y="5573"/>
                  </a:lnTo>
                  <a:cubicBezTo>
                    <a:pt x="4453" y="9002"/>
                    <a:pt x="9644" y="12085"/>
                    <a:pt x="12621" y="16622"/>
                  </a:cubicBezTo>
                  <a:cubicBezTo>
                    <a:pt x="19300" y="26813"/>
                    <a:pt x="16574" y="40648"/>
                    <a:pt x="23003" y="51197"/>
                  </a:cubicBezTo>
                  <a:cubicBezTo>
                    <a:pt x="24384" y="53459"/>
                    <a:pt x="26503" y="55853"/>
                    <a:pt x="28837" y="58341"/>
                  </a:cubicBezTo>
                  <a:lnTo>
                    <a:pt x="32992" y="58341"/>
                  </a:lnTo>
                  <a:cubicBezTo>
                    <a:pt x="30563" y="55662"/>
                    <a:pt x="28337" y="53078"/>
                    <a:pt x="26872" y="50614"/>
                  </a:cubicBezTo>
                  <a:cubicBezTo>
                    <a:pt x="20324" y="39517"/>
                    <a:pt x="24491" y="25099"/>
                    <a:pt x="17943" y="14586"/>
                  </a:cubicBezTo>
                  <a:cubicBezTo>
                    <a:pt x="14049" y="8335"/>
                    <a:pt x="5465" y="512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38125" y="3673500"/>
              <a:ext cx="616750" cy="1191550"/>
            </a:xfrm>
            <a:custGeom>
              <a:avLst/>
              <a:gdLst/>
              <a:ahLst/>
              <a:cxnLst/>
              <a:rect l="l" t="t" r="r" b="b"/>
              <a:pathLst>
                <a:path w="24670" h="47662" extrusionOk="0">
                  <a:moveTo>
                    <a:pt x="0" y="0"/>
                  </a:moveTo>
                  <a:lnTo>
                    <a:pt x="0" y="4037"/>
                  </a:lnTo>
                  <a:cubicBezTo>
                    <a:pt x="2250" y="5692"/>
                    <a:pt x="4322" y="7632"/>
                    <a:pt x="5775" y="10395"/>
                  </a:cubicBezTo>
                  <a:cubicBezTo>
                    <a:pt x="10918" y="20205"/>
                    <a:pt x="11787" y="31707"/>
                    <a:pt x="16740" y="41577"/>
                  </a:cubicBezTo>
                  <a:cubicBezTo>
                    <a:pt x="17717" y="43482"/>
                    <a:pt x="19300" y="45530"/>
                    <a:pt x="21134" y="47661"/>
                  </a:cubicBezTo>
                  <a:lnTo>
                    <a:pt x="24670" y="47661"/>
                  </a:lnTo>
                  <a:cubicBezTo>
                    <a:pt x="22562" y="45375"/>
                    <a:pt x="20681" y="43160"/>
                    <a:pt x="19538" y="41029"/>
                  </a:cubicBezTo>
                  <a:cubicBezTo>
                    <a:pt x="14049" y="30838"/>
                    <a:pt x="13037" y="17336"/>
                    <a:pt x="7846" y="8097"/>
                  </a:cubicBezTo>
                  <a:cubicBezTo>
                    <a:pt x="5953" y="4727"/>
                    <a:pt x="3012" y="232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38125" y="3883350"/>
              <a:ext cx="440550" cy="981700"/>
            </a:xfrm>
            <a:custGeom>
              <a:avLst/>
              <a:gdLst/>
              <a:ahLst/>
              <a:cxnLst/>
              <a:rect l="l" t="t" r="r" b="b"/>
              <a:pathLst>
                <a:path w="17622" h="39268" extrusionOk="0">
                  <a:moveTo>
                    <a:pt x="0" y="0"/>
                  </a:moveTo>
                  <a:lnTo>
                    <a:pt x="0" y="4334"/>
                  </a:lnTo>
                  <a:cubicBezTo>
                    <a:pt x="917" y="5215"/>
                    <a:pt x="1703" y="6203"/>
                    <a:pt x="2357" y="7299"/>
                  </a:cubicBezTo>
                  <a:cubicBezTo>
                    <a:pt x="7299" y="15645"/>
                    <a:pt x="7906" y="26099"/>
                    <a:pt x="11621" y="34790"/>
                  </a:cubicBezTo>
                  <a:cubicBezTo>
                    <a:pt x="12228" y="36219"/>
                    <a:pt x="13168" y="37719"/>
                    <a:pt x="14264" y="39267"/>
                  </a:cubicBezTo>
                  <a:lnTo>
                    <a:pt x="17621" y="39267"/>
                  </a:lnTo>
                  <a:cubicBezTo>
                    <a:pt x="16157" y="37386"/>
                    <a:pt x="14883" y="35576"/>
                    <a:pt x="14109" y="33909"/>
                  </a:cubicBezTo>
                  <a:cubicBezTo>
                    <a:pt x="9835" y="24706"/>
                    <a:pt x="9061" y="13562"/>
                    <a:pt x="3953" y="4537"/>
                  </a:cubicBezTo>
                  <a:cubicBezTo>
                    <a:pt x="2893" y="2667"/>
                    <a:pt x="1524" y="123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238125" y="4105100"/>
              <a:ext cx="277125" cy="759950"/>
            </a:xfrm>
            <a:custGeom>
              <a:avLst/>
              <a:gdLst/>
              <a:ahLst/>
              <a:cxnLst/>
              <a:rect l="l" t="t" r="r" b="b"/>
              <a:pathLst>
                <a:path w="11085" h="30398" extrusionOk="0">
                  <a:moveTo>
                    <a:pt x="0" y="0"/>
                  </a:moveTo>
                  <a:lnTo>
                    <a:pt x="0" y="4930"/>
                  </a:lnTo>
                  <a:cubicBezTo>
                    <a:pt x="4024" y="12014"/>
                    <a:pt x="4358" y="20610"/>
                    <a:pt x="7001" y="28040"/>
                  </a:cubicBezTo>
                  <a:cubicBezTo>
                    <a:pt x="7299" y="28849"/>
                    <a:pt x="7656" y="29635"/>
                    <a:pt x="8072" y="30397"/>
                  </a:cubicBezTo>
                  <a:lnTo>
                    <a:pt x="11085" y="30397"/>
                  </a:lnTo>
                  <a:cubicBezTo>
                    <a:pt x="10370" y="29302"/>
                    <a:pt x="9751" y="28147"/>
                    <a:pt x="9251" y="26932"/>
                  </a:cubicBezTo>
                  <a:cubicBezTo>
                    <a:pt x="6084" y="18777"/>
                    <a:pt x="5632" y="9049"/>
                    <a:pt x="941" y="1346"/>
                  </a:cubicBezTo>
                  <a:cubicBezTo>
                    <a:pt x="655" y="882"/>
                    <a:pt x="345" y="42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238125" y="4365850"/>
              <a:ext cx="131275" cy="499200"/>
            </a:xfrm>
            <a:custGeom>
              <a:avLst/>
              <a:gdLst/>
              <a:ahLst/>
              <a:cxnLst/>
              <a:rect l="l" t="t" r="r" b="b"/>
              <a:pathLst>
                <a:path w="5251" h="19968" extrusionOk="0">
                  <a:moveTo>
                    <a:pt x="0" y="0"/>
                  </a:moveTo>
                  <a:lnTo>
                    <a:pt x="0" y="7001"/>
                  </a:lnTo>
                  <a:cubicBezTo>
                    <a:pt x="1083" y="11287"/>
                    <a:pt x="1512" y="15812"/>
                    <a:pt x="2679" y="19967"/>
                  </a:cubicBezTo>
                  <a:lnTo>
                    <a:pt x="5251" y="19967"/>
                  </a:lnTo>
                  <a:cubicBezTo>
                    <a:pt x="5084" y="19574"/>
                    <a:pt x="4941" y="19181"/>
                    <a:pt x="4822" y="18800"/>
                  </a:cubicBezTo>
                  <a:cubicBezTo>
                    <a:pt x="2929" y="12752"/>
                    <a:pt x="2548" y="594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6765425" y="846675"/>
              <a:ext cx="616450" cy="1191525"/>
            </a:xfrm>
            <a:custGeom>
              <a:avLst/>
              <a:gdLst/>
              <a:ahLst/>
              <a:cxnLst/>
              <a:rect l="l" t="t" r="r" b="b"/>
              <a:pathLst>
                <a:path w="24658" h="47661" extrusionOk="0">
                  <a:moveTo>
                    <a:pt x="0" y="0"/>
                  </a:moveTo>
                  <a:cubicBezTo>
                    <a:pt x="2108" y="2286"/>
                    <a:pt x="3977" y="4501"/>
                    <a:pt x="5120" y="6632"/>
                  </a:cubicBezTo>
                  <a:cubicBezTo>
                    <a:pt x="10609" y="16835"/>
                    <a:pt x="11621" y="30337"/>
                    <a:pt x="16824" y="39564"/>
                  </a:cubicBezTo>
                  <a:cubicBezTo>
                    <a:pt x="18705" y="42934"/>
                    <a:pt x="21646" y="45339"/>
                    <a:pt x="24658" y="47661"/>
                  </a:cubicBezTo>
                  <a:lnTo>
                    <a:pt x="24658" y="43624"/>
                  </a:lnTo>
                  <a:cubicBezTo>
                    <a:pt x="22408" y="41969"/>
                    <a:pt x="20348" y="40041"/>
                    <a:pt x="18883" y="37278"/>
                  </a:cubicBezTo>
                  <a:cubicBezTo>
                    <a:pt x="13740" y="27456"/>
                    <a:pt x="12871" y="15954"/>
                    <a:pt x="7918" y="6096"/>
                  </a:cubicBezTo>
                  <a:cubicBezTo>
                    <a:pt x="6953" y="4179"/>
                    <a:pt x="5358" y="2131"/>
                    <a:pt x="3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6941325" y="846675"/>
              <a:ext cx="440550" cy="981675"/>
            </a:xfrm>
            <a:custGeom>
              <a:avLst/>
              <a:gdLst/>
              <a:ahLst/>
              <a:cxnLst/>
              <a:rect l="l" t="t" r="r" b="b"/>
              <a:pathLst>
                <a:path w="17622" h="39267" extrusionOk="0">
                  <a:moveTo>
                    <a:pt x="1" y="0"/>
                  </a:moveTo>
                  <a:cubicBezTo>
                    <a:pt x="1465" y="1881"/>
                    <a:pt x="2739" y="3691"/>
                    <a:pt x="3513" y="5358"/>
                  </a:cubicBezTo>
                  <a:cubicBezTo>
                    <a:pt x="7799" y="14561"/>
                    <a:pt x="8561" y="25706"/>
                    <a:pt x="13669" y="34730"/>
                  </a:cubicBezTo>
                  <a:cubicBezTo>
                    <a:pt x="14729" y="36600"/>
                    <a:pt x="16098" y="38040"/>
                    <a:pt x="17622" y="39267"/>
                  </a:cubicBezTo>
                  <a:lnTo>
                    <a:pt x="17622" y="34933"/>
                  </a:lnTo>
                  <a:cubicBezTo>
                    <a:pt x="16705" y="34052"/>
                    <a:pt x="15919" y="33064"/>
                    <a:pt x="15265" y="31968"/>
                  </a:cubicBezTo>
                  <a:cubicBezTo>
                    <a:pt x="10335" y="23622"/>
                    <a:pt x="9716" y="13168"/>
                    <a:pt x="6002" y="4477"/>
                  </a:cubicBezTo>
                  <a:cubicBezTo>
                    <a:pt x="5394" y="3048"/>
                    <a:pt x="4454" y="1548"/>
                    <a:pt x="3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7104750" y="846675"/>
              <a:ext cx="277125" cy="759925"/>
            </a:xfrm>
            <a:custGeom>
              <a:avLst/>
              <a:gdLst/>
              <a:ahLst/>
              <a:cxnLst/>
              <a:rect l="l" t="t" r="r" b="b"/>
              <a:pathLst>
                <a:path w="11085" h="30397" extrusionOk="0">
                  <a:moveTo>
                    <a:pt x="0" y="0"/>
                  </a:moveTo>
                  <a:cubicBezTo>
                    <a:pt x="715" y="1095"/>
                    <a:pt x="1334" y="2250"/>
                    <a:pt x="1834" y="3465"/>
                  </a:cubicBezTo>
                  <a:cubicBezTo>
                    <a:pt x="5001" y="11620"/>
                    <a:pt x="5453" y="21348"/>
                    <a:pt x="10144" y="29051"/>
                  </a:cubicBezTo>
                  <a:cubicBezTo>
                    <a:pt x="10430" y="29516"/>
                    <a:pt x="10740" y="29968"/>
                    <a:pt x="11085" y="30397"/>
                  </a:cubicBezTo>
                  <a:lnTo>
                    <a:pt x="11085" y="25467"/>
                  </a:lnTo>
                  <a:cubicBezTo>
                    <a:pt x="7061" y="18383"/>
                    <a:pt x="6739" y="9787"/>
                    <a:pt x="4096" y="2357"/>
                  </a:cubicBezTo>
                  <a:cubicBezTo>
                    <a:pt x="3786" y="1548"/>
                    <a:pt x="3429" y="762"/>
                    <a:pt x="3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250900" y="846675"/>
              <a:ext cx="131275" cy="499175"/>
            </a:xfrm>
            <a:custGeom>
              <a:avLst/>
              <a:gdLst/>
              <a:ahLst/>
              <a:cxnLst/>
              <a:rect l="l" t="t" r="r" b="b"/>
              <a:pathLst>
                <a:path w="5251" h="19967" extrusionOk="0">
                  <a:moveTo>
                    <a:pt x="0" y="0"/>
                  </a:moveTo>
                  <a:cubicBezTo>
                    <a:pt x="155" y="393"/>
                    <a:pt x="298" y="786"/>
                    <a:pt x="429" y="1167"/>
                  </a:cubicBezTo>
                  <a:cubicBezTo>
                    <a:pt x="2322" y="7215"/>
                    <a:pt x="2691" y="14026"/>
                    <a:pt x="5251" y="19967"/>
                  </a:cubicBezTo>
                  <a:lnTo>
                    <a:pt x="5251" y="12978"/>
                  </a:lnTo>
                  <a:cubicBezTo>
                    <a:pt x="4156" y="8680"/>
                    <a:pt x="3727" y="4155"/>
                    <a:pt x="2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_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>
            <a:spLocks noGrp="1"/>
          </p:cNvSpPr>
          <p:nvPr>
            <p:ph type="title"/>
          </p:nvPr>
        </p:nvSpPr>
        <p:spPr>
          <a:xfrm>
            <a:off x="1024800" y="2104650"/>
            <a:ext cx="2646600" cy="93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1"/>
          </p:nvPr>
        </p:nvSpPr>
        <p:spPr>
          <a:xfrm>
            <a:off x="5163150" y="6297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latin typeface="Mulish"/>
                <a:ea typeface="Mulish"/>
                <a:cs typeface="Mulish"/>
                <a:sym typeface="Muli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title" idx="2" hasCustomPrompt="1"/>
          </p:nvPr>
        </p:nvSpPr>
        <p:spPr>
          <a:xfrm>
            <a:off x="4581007" y="625200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 idx="3" hasCustomPrompt="1"/>
          </p:nvPr>
        </p:nvSpPr>
        <p:spPr>
          <a:xfrm>
            <a:off x="4581007" y="2201150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>
            <a:spLocks noGrp="1"/>
          </p:cNvSpPr>
          <p:nvPr>
            <p:ph type="title" idx="4" hasCustomPrompt="1"/>
          </p:nvPr>
        </p:nvSpPr>
        <p:spPr>
          <a:xfrm>
            <a:off x="4581007" y="3777100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5"/>
          </p:nvPr>
        </p:nvSpPr>
        <p:spPr>
          <a:xfrm>
            <a:off x="5163150" y="98620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 sz="1400">
                <a:latin typeface="Mulish"/>
                <a:ea typeface="Mulish"/>
                <a:cs typeface="Mulish"/>
                <a:sym typeface="Mulis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subTitle" idx="6"/>
          </p:nvPr>
        </p:nvSpPr>
        <p:spPr>
          <a:xfrm>
            <a:off x="5163150" y="220565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latin typeface="Mulish"/>
                <a:ea typeface="Mulish"/>
                <a:cs typeface="Mulish"/>
                <a:sym typeface="Muli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7"/>
          </p:nvPr>
        </p:nvSpPr>
        <p:spPr>
          <a:xfrm>
            <a:off x="5163150" y="2560925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 sz="1400">
                <a:latin typeface="Mulish"/>
                <a:ea typeface="Mulish"/>
                <a:cs typeface="Mulish"/>
                <a:sym typeface="Mulis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8"/>
          </p:nvPr>
        </p:nvSpPr>
        <p:spPr>
          <a:xfrm>
            <a:off x="5163150" y="37816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latin typeface="Mulish"/>
                <a:ea typeface="Mulish"/>
                <a:cs typeface="Mulish"/>
                <a:sym typeface="Muli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9"/>
          </p:nvPr>
        </p:nvSpPr>
        <p:spPr>
          <a:xfrm>
            <a:off x="5163150" y="413565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 sz="1400">
                <a:latin typeface="Mulish"/>
                <a:ea typeface="Mulish"/>
                <a:cs typeface="Mulish"/>
                <a:sym typeface="Mulis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ulish"/>
              <a:buNone/>
              <a:defRPr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grpSp>
        <p:nvGrpSpPr>
          <p:cNvPr id="154" name="Google Shape;154;p13"/>
          <p:cNvGrpSpPr/>
          <p:nvPr/>
        </p:nvGrpSpPr>
        <p:grpSpPr>
          <a:xfrm>
            <a:off x="0" y="3151304"/>
            <a:ext cx="1321312" cy="1994416"/>
            <a:chOff x="0" y="3151304"/>
            <a:chExt cx="1321312" cy="1994416"/>
          </a:xfrm>
        </p:grpSpPr>
        <p:sp>
          <p:nvSpPr>
            <p:cNvPr id="155" name="Google Shape;155;p13"/>
            <p:cNvSpPr/>
            <p:nvPr/>
          </p:nvSpPr>
          <p:spPr>
            <a:xfrm rot="10800000" flipH="1">
              <a:off x="0" y="3151304"/>
              <a:ext cx="1321312" cy="1994416"/>
            </a:xfrm>
            <a:custGeom>
              <a:avLst/>
              <a:gdLst/>
              <a:ahLst/>
              <a:cxnLst/>
              <a:rect l="l" t="t" r="r" b="b"/>
              <a:pathLst>
                <a:path w="41291" h="62272" extrusionOk="0">
                  <a:moveTo>
                    <a:pt x="27396" y="0"/>
                  </a:moveTo>
                  <a:cubicBezTo>
                    <a:pt x="31837" y="4286"/>
                    <a:pt x="36790" y="8620"/>
                    <a:pt x="36433" y="13621"/>
                  </a:cubicBezTo>
                  <a:cubicBezTo>
                    <a:pt x="35814" y="21800"/>
                    <a:pt x="21443" y="26110"/>
                    <a:pt x="17978" y="33004"/>
                  </a:cubicBezTo>
                  <a:cubicBezTo>
                    <a:pt x="14371" y="40160"/>
                    <a:pt x="19360" y="54245"/>
                    <a:pt x="13395" y="59388"/>
                  </a:cubicBezTo>
                  <a:cubicBezTo>
                    <a:pt x="11704" y="60845"/>
                    <a:pt x="9433" y="61327"/>
                    <a:pt x="6873" y="61327"/>
                  </a:cubicBezTo>
                  <a:cubicBezTo>
                    <a:pt x="4727" y="61327"/>
                    <a:pt x="2378" y="60988"/>
                    <a:pt x="0" y="60603"/>
                  </a:cubicBezTo>
                  <a:lnTo>
                    <a:pt x="0" y="61472"/>
                  </a:lnTo>
                  <a:cubicBezTo>
                    <a:pt x="3916" y="61602"/>
                    <a:pt x="8198" y="62272"/>
                    <a:pt x="12008" y="62272"/>
                  </a:cubicBezTo>
                  <a:cubicBezTo>
                    <a:pt x="15495" y="62272"/>
                    <a:pt x="18585" y="61711"/>
                    <a:pt x="20634" y="59662"/>
                  </a:cubicBezTo>
                  <a:cubicBezTo>
                    <a:pt x="26503" y="53792"/>
                    <a:pt x="20169" y="39386"/>
                    <a:pt x="23408" y="31599"/>
                  </a:cubicBezTo>
                  <a:cubicBezTo>
                    <a:pt x="26515" y="24086"/>
                    <a:pt x="41291" y="18443"/>
                    <a:pt x="41291" y="9811"/>
                  </a:cubicBezTo>
                  <a:cubicBezTo>
                    <a:pt x="41291" y="6120"/>
                    <a:pt x="38600" y="2977"/>
                    <a:pt x="352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 rot="10800000" flipH="1">
              <a:off x="0" y="3226120"/>
              <a:ext cx="1027200" cy="1919600"/>
            </a:xfrm>
            <a:custGeom>
              <a:avLst/>
              <a:gdLst/>
              <a:ahLst/>
              <a:cxnLst/>
              <a:rect l="l" t="t" r="r" b="b"/>
              <a:pathLst>
                <a:path w="32100" h="59936" extrusionOk="0">
                  <a:moveTo>
                    <a:pt x="15561" y="0"/>
                  </a:moveTo>
                  <a:cubicBezTo>
                    <a:pt x="18074" y="6298"/>
                    <a:pt x="27242" y="13049"/>
                    <a:pt x="25765" y="19574"/>
                  </a:cubicBezTo>
                  <a:cubicBezTo>
                    <a:pt x="24158" y="26729"/>
                    <a:pt x="10906" y="28658"/>
                    <a:pt x="6929" y="34302"/>
                  </a:cubicBezTo>
                  <a:cubicBezTo>
                    <a:pt x="2953" y="39957"/>
                    <a:pt x="5203" y="52375"/>
                    <a:pt x="0" y="56614"/>
                  </a:cubicBezTo>
                  <a:lnTo>
                    <a:pt x="0" y="59888"/>
                  </a:lnTo>
                  <a:cubicBezTo>
                    <a:pt x="416" y="59919"/>
                    <a:pt x="826" y="59936"/>
                    <a:pt x="1227" y="59936"/>
                  </a:cubicBezTo>
                  <a:cubicBezTo>
                    <a:pt x="3154" y="59936"/>
                    <a:pt x="4889" y="59552"/>
                    <a:pt x="6298" y="58507"/>
                  </a:cubicBezTo>
                  <a:cubicBezTo>
                    <a:pt x="12287" y="54054"/>
                    <a:pt x="8561" y="40410"/>
                    <a:pt x="12454" y="33909"/>
                  </a:cubicBezTo>
                  <a:cubicBezTo>
                    <a:pt x="16228" y="27634"/>
                    <a:pt x="30075" y="24574"/>
                    <a:pt x="31218" y="16883"/>
                  </a:cubicBezTo>
                  <a:cubicBezTo>
                    <a:pt x="32099" y="10966"/>
                    <a:pt x="24944" y="5465"/>
                    <a:pt x="20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 rot="10800000" flipH="1">
              <a:off x="0" y="3972745"/>
              <a:ext cx="707520" cy="1172975"/>
            </a:xfrm>
            <a:custGeom>
              <a:avLst/>
              <a:gdLst/>
              <a:ahLst/>
              <a:cxnLst/>
              <a:rect l="l" t="t" r="r" b="b"/>
              <a:pathLst>
                <a:path w="22110" h="36624" extrusionOk="0">
                  <a:moveTo>
                    <a:pt x="8263" y="0"/>
                  </a:moveTo>
                  <a:cubicBezTo>
                    <a:pt x="7930" y="1024"/>
                    <a:pt x="7763" y="2095"/>
                    <a:pt x="7763" y="3179"/>
                  </a:cubicBezTo>
                  <a:cubicBezTo>
                    <a:pt x="7894" y="9251"/>
                    <a:pt x="16633" y="17157"/>
                    <a:pt x="14311" y="23181"/>
                  </a:cubicBezTo>
                  <a:cubicBezTo>
                    <a:pt x="12525" y="27789"/>
                    <a:pt x="5215" y="28861"/>
                    <a:pt x="0" y="31075"/>
                  </a:cubicBezTo>
                  <a:lnTo>
                    <a:pt x="0" y="36624"/>
                  </a:lnTo>
                  <a:cubicBezTo>
                    <a:pt x="357" y="35742"/>
                    <a:pt x="845" y="34933"/>
                    <a:pt x="1429" y="34183"/>
                  </a:cubicBezTo>
                  <a:cubicBezTo>
                    <a:pt x="5548" y="29170"/>
                    <a:pt x="18098" y="28277"/>
                    <a:pt x="20110" y="21681"/>
                  </a:cubicBezTo>
                  <a:cubicBezTo>
                    <a:pt x="22110" y="15073"/>
                    <a:pt x="12168" y="7358"/>
                    <a:pt x="11537" y="893"/>
                  </a:cubicBezTo>
                  <a:cubicBezTo>
                    <a:pt x="11513" y="595"/>
                    <a:pt x="11501" y="298"/>
                    <a:pt x="11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 rot="10800000" flipH="1">
              <a:off x="0" y="4217947"/>
              <a:ext cx="352448" cy="927773"/>
            </a:xfrm>
            <a:custGeom>
              <a:avLst/>
              <a:gdLst/>
              <a:ahLst/>
              <a:cxnLst/>
              <a:rect l="l" t="t" r="r" b="b"/>
              <a:pathLst>
                <a:path w="11014" h="28968" extrusionOk="0">
                  <a:moveTo>
                    <a:pt x="2655" y="0"/>
                  </a:moveTo>
                  <a:cubicBezTo>
                    <a:pt x="1584" y="1560"/>
                    <a:pt x="583" y="3119"/>
                    <a:pt x="0" y="4632"/>
                  </a:cubicBezTo>
                  <a:lnTo>
                    <a:pt x="0" y="10430"/>
                  </a:lnTo>
                  <a:cubicBezTo>
                    <a:pt x="1357" y="15157"/>
                    <a:pt x="4679" y="20657"/>
                    <a:pt x="2560" y="24396"/>
                  </a:cubicBezTo>
                  <a:cubicBezTo>
                    <a:pt x="1988" y="25420"/>
                    <a:pt x="1095" y="26146"/>
                    <a:pt x="0" y="26718"/>
                  </a:cubicBezTo>
                  <a:lnTo>
                    <a:pt x="0" y="28968"/>
                  </a:lnTo>
                  <a:cubicBezTo>
                    <a:pt x="3655" y="28003"/>
                    <a:pt x="7132" y="26860"/>
                    <a:pt x="8442" y="24086"/>
                  </a:cubicBezTo>
                  <a:cubicBezTo>
                    <a:pt x="11013" y="18645"/>
                    <a:pt x="3441" y="10704"/>
                    <a:pt x="3727" y="5036"/>
                  </a:cubicBezTo>
                  <a:cubicBezTo>
                    <a:pt x="3810" y="3441"/>
                    <a:pt x="4501" y="1738"/>
                    <a:pt x="5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" name="Google Shape;159;p13"/>
          <p:cNvGrpSpPr/>
          <p:nvPr/>
        </p:nvGrpSpPr>
        <p:grpSpPr>
          <a:xfrm>
            <a:off x="8303436" y="-8"/>
            <a:ext cx="840553" cy="1363736"/>
            <a:chOff x="6741600" y="846675"/>
            <a:chExt cx="640275" cy="1047175"/>
          </a:xfrm>
        </p:grpSpPr>
        <p:sp>
          <p:nvSpPr>
            <p:cNvPr id="160" name="Google Shape;160;p13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25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>
            <a:spLocks noGrp="1"/>
          </p:cNvSpPr>
          <p:nvPr>
            <p:ph type="subTitle" idx="1"/>
          </p:nvPr>
        </p:nvSpPr>
        <p:spPr>
          <a:xfrm>
            <a:off x="1313150" y="1647275"/>
            <a:ext cx="2853900" cy="25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●"/>
              <a:defRPr sz="1600">
                <a:latin typeface="Mulish"/>
                <a:ea typeface="Mulish"/>
                <a:cs typeface="Mulish"/>
                <a:sym typeface="Mulish"/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ulish"/>
              <a:buChar char="○"/>
              <a:defRPr sz="1600">
                <a:latin typeface="Mulish"/>
                <a:ea typeface="Mulish"/>
                <a:cs typeface="Mulish"/>
                <a:sym typeface="Mulis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■"/>
              <a:defRPr sz="1600">
                <a:latin typeface="Mulish"/>
                <a:ea typeface="Mulish"/>
                <a:cs typeface="Mulish"/>
                <a:sym typeface="Mulis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●"/>
              <a:defRPr sz="1600">
                <a:latin typeface="Mulish"/>
                <a:ea typeface="Mulish"/>
                <a:cs typeface="Mulish"/>
                <a:sym typeface="Mulis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○"/>
              <a:defRPr sz="1600">
                <a:latin typeface="Mulish"/>
                <a:ea typeface="Mulish"/>
                <a:cs typeface="Mulish"/>
                <a:sym typeface="Mulis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■"/>
              <a:defRPr sz="1600">
                <a:latin typeface="Mulish"/>
                <a:ea typeface="Mulish"/>
                <a:cs typeface="Mulish"/>
                <a:sym typeface="Mulis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●"/>
              <a:defRPr sz="1600">
                <a:latin typeface="Mulish"/>
                <a:ea typeface="Mulish"/>
                <a:cs typeface="Mulish"/>
                <a:sym typeface="Mulis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○"/>
              <a:defRPr sz="1600">
                <a:latin typeface="Mulish"/>
                <a:ea typeface="Mulish"/>
                <a:cs typeface="Mulish"/>
                <a:sym typeface="Mulis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■"/>
              <a:defRPr sz="1600"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321" name="Google Shape;321;p26"/>
          <p:cNvSpPr txBox="1">
            <a:spLocks noGrp="1"/>
          </p:cNvSpPr>
          <p:nvPr>
            <p:ph type="subTitle" idx="2"/>
          </p:nvPr>
        </p:nvSpPr>
        <p:spPr>
          <a:xfrm>
            <a:off x="4976950" y="1647275"/>
            <a:ext cx="2853900" cy="25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●"/>
              <a:defRPr sz="1600">
                <a:latin typeface="Mulish"/>
                <a:ea typeface="Mulish"/>
                <a:cs typeface="Mulish"/>
                <a:sym typeface="Mulish"/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ulish"/>
              <a:buChar char="○"/>
              <a:defRPr sz="1600">
                <a:latin typeface="Mulish"/>
                <a:ea typeface="Mulish"/>
                <a:cs typeface="Mulish"/>
                <a:sym typeface="Mulis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■"/>
              <a:defRPr sz="1600">
                <a:latin typeface="Mulish"/>
                <a:ea typeface="Mulish"/>
                <a:cs typeface="Mulish"/>
                <a:sym typeface="Mulis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●"/>
              <a:defRPr sz="1600">
                <a:latin typeface="Mulish"/>
                <a:ea typeface="Mulish"/>
                <a:cs typeface="Mulish"/>
                <a:sym typeface="Mulis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○"/>
              <a:defRPr sz="1600">
                <a:latin typeface="Mulish"/>
                <a:ea typeface="Mulish"/>
                <a:cs typeface="Mulish"/>
                <a:sym typeface="Mulis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■"/>
              <a:defRPr sz="1600">
                <a:latin typeface="Mulish"/>
                <a:ea typeface="Mulish"/>
                <a:cs typeface="Mulish"/>
                <a:sym typeface="Mulis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●"/>
              <a:defRPr sz="1600">
                <a:latin typeface="Mulish"/>
                <a:ea typeface="Mulish"/>
                <a:cs typeface="Mulish"/>
                <a:sym typeface="Mulis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○"/>
              <a:defRPr sz="1600">
                <a:latin typeface="Mulish"/>
                <a:ea typeface="Mulish"/>
                <a:cs typeface="Mulish"/>
                <a:sym typeface="Mulis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Char char="■"/>
              <a:defRPr sz="1600"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grpSp>
        <p:nvGrpSpPr>
          <p:cNvPr id="322" name="Google Shape;322;p26"/>
          <p:cNvGrpSpPr/>
          <p:nvPr/>
        </p:nvGrpSpPr>
        <p:grpSpPr>
          <a:xfrm rot="-9122183">
            <a:off x="-4202291" y="-1060927"/>
            <a:ext cx="5437509" cy="4025466"/>
            <a:chOff x="12463924" y="-129923"/>
            <a:chExt cx="4010233" cy="2968834"/>
          </a:xfrm>
        </p:grpSpPr>
        <p:sp>
          <p:nvSpPr>
            <p:cNvPr id="323" name="Google Shape;323;p26"/>
            <p:cNvSpPr/>
            <p:nvPr/>
          </p:nvSpPr>
          <p:spPr>
            <a:xfrm flipH="1">
              <a:off x="12463924" y="-129923"/>
              <a:ext cx="4010233" cy="2968834"/>
            </a:xfrm>
            <a:custGeom>
              <a:avLst/>
              <a:gdLst/>
              <a:ahLst/>
              <a:cxnLst/>
              <a:rect l="l" t="t" r="r" b="b"/>
              <a:pathLst>
                <a:path w="83062" h="61492" extrusionOk="0">
                  <a:moveTo>
                    <a:pt x="56422" y="868"/>
                  </a:moveTo>
                  <a:cubicBezTo>
                    <a:pt x="57440" y="868"/>
                    <a:pt x="58459" y="875"/>
                    <a:pt x="59477" y="889"/>
                  </a:cubicBezTo>
                  <a:cubicBezTo>
                    <a:pt x="61859" y="952"/>
                    <a:pt x="64261" y="1141"/>
                    <a:pt x="66559" y="1816"/>
                  </a:cubicBezTo>
                  <a:cubicBezTo>
                    <a:pt x="67950" y="2237"/>
                    <a:pt x="69594" y="2806"/>
                    <a:pt x="70458" y="4050"/>
                  </a:cubicBezTo>
                  <a:cubicBezTo>
                    <a:pt x="72587" y="7253"/>
                    <a:pt x="74757" y="10478"/>
                    <a:pt x="76443" y="13956"/>
                  </a:cubicBezTo>
                  <a:cubicBezTo>
                    <a:pt x="78593" y="18466"/>
                    <a:pt x="80132" y="23250"/>
                    <a:pt x="81038" y="28161"/>
                  </a:cubicBezTo>
                  <a:cubicBezTo>
                    <a:pt x="81818" y="32460"/>
                    <a:pt x="77561" y="35179"/>
                    <a:pt x="74083" y="36402"/>
                  </a:cubicBezTo>
                  <a:cubicBezTo>
                    <a:pt x="60784" y="40849"/>
                    <a:pt x="48159" y="47108"/>
                    <a:pt x="36567" y="55033"/>
                  </a:cubicBezTo>
                  <a:cubicBezTo>
                    <a:pt x="34776" y="56210"/>
                    <a:pt x="31958" y="58031"/>
                    <a:pt x="29483" y="58031"/>
                  </a:cubicBezTo>
                  <a:cubicBezTo>
                    <a:pt x="28989" y="58031"/>
                    <a:pt x="28509" y="57959"/>
                    <a:pt x="28053" y="57794"/>
                  </a:cubicBezTo>
                  <a:cubicBezTo>
                    <a:pt x="23268" y="56023"/>
                    <a:pt x="18189" y="55834"/>
                    <a:pt x="13257" y="54696"/>
                  </a:cubicBezTo>
                  <a:cubicBezTo>
                    <a:pt x="11318" y="54295"/>
                    <a:pt x="11487" y="51155"/>
                    <a:pt x="11571" y="49764"/>
                  </a:cubicBezTo>
                  <a:lnTo>
                    <a:pt x="11571" y="49743"/>
                  </a:lnTo>
                  <a:cubicBezTo>
                    <a:pt x="11824" y="45928"/>
                    <a:pt x="11255" y="42092"/>
                    <a:pt x="9864" y="38530"/>
                  </a:cubicBezTo>
                  <a:cubicBezTo>
                    <a:pt x="8431" y="34821"/>
                    <a:pt x="6429" y="31343"/>
                    <a:pt x="4426" y="27908"/>
                  </a:cubicBezTo>
                  <a:cubicBezTo>
                    <a:pt x="3520" y="26264"/>
                    <a:pt x="2256" y="23861"/>
                    <a:pt x="2993" y="21922"/>
                  </a:cubicBezTo>
                  <a:cubicBezTo>
                    <a:pt x="5017" y="16653"/>
                    <a:pt x="7314" y="11637"/>
                    <a:pt x="10623" y="7022"/>
                  </a:cubicBezTo>
                  <a:cubicBezTo>
                    <a:pt x="12351" y="4724"/>
                    <a:pt x="15576" y="3945"/>
                    <a:pt x="18273" y="3649"/>
                  </a:cubicBezTo>
                  <a:cubicBezTo>
                    <a:pt x="24322" y="3080"/>
                    <a:pt x="30329" y="2280"/>
                    <a:pt x="36378" y="1753"/>
                  </a:cubicBezTo>
                  <a:cubicBezTo>
                    <a:pt x="43037" y="1167"/>
                    <a:pt x="49727" y="868"/>
                    <a:pt x="56422" y="868"/>
                  </a:cubicBezTo>
                  <a:close/>
                  <a:moveTo>
                    <a:pt x="48930" y="1"/>
                  </a:moveTo>
                  <a:cubicBezTo>
                    <a:pt x="46530" y="1"/>
                    <a:pt x="44130" y="37"/>
                    <a:pt x="41731" y="109"/>
                  </a:cubicBezTo>
                  <a:cubicBezTo>
                    <a:pt x="34881" y="298"/>
                    <a:pt x="28032" y="783"/>
                    <a:pt x="21182" y="1078"/>
                  </a:cubicBezTo>
                  <a:cubicBezTo>
                    <a:pt x="18020" y="1205"/>
                    <a:pt x="14227" y="2006"/>
                    <a:pt x="11908" y="4345"/>
                  </a:cubicBezTo>
                  <a:cubicBezTo>
                    <a:pt x="7609" y="8687"/>
                    <a:pt x="4237" y="13513"/>
                    <a:pt x="1054" y="18698"/>
                  </a:cubicBezTo>
                  <a:cubicBezTo>
                    <a:pt x="0" y="20468"/>
                    <a:pt x="1412" y="23166"/>
                    <a:pt x="2234" y="24725"/>
                  </a:cubicBezTo>
                  <a:cubicBezTo>
                    <a:pt x="6281" y="32229"/>
                    <a:pt x="10264" y="39879"/>
                    <a:pt x="9674" y="48626"/>
                  </a:cubicBezTo>
                  <a:cubicBezTo>
                    <a:pt x="9569" y="50312"/>
                    <a:pt x="9295" y="53621"/>
                    <a:pt x="11108" y="54611"/>
                  </a:cubicBezTo>
                  <a:cubicBezTo>
                    <a:pt x="15281" y="56951"/>
                    <a:pt x="19896" y="58342"/>
                    <a:pt x="23859" y="61039"/>
                  </a:cubicBezTo>
                  <a:cubicBezTo>
                    <a:pt x="24353" y="61359"/>
                    <a:pt x="24914" y="61492"/>
                    <a:pt x="25509" y="61492"/>
                  </a:cubicBezTo>
                  <a:cubicBezTo>
                    <a:pt x="27780" y="61492"/>
                    <a:pt x="30554" y="59551"/>
                    <a:pt x="32057" y="58616"/>
                  </a:cubicBezTo>
                  <a:cubicBezTo>
                    <a:pt x="44808" y="50417"/>
                    <a:pt x="58697" y="44769"/>
                    <a:pt x="73430" y="41249"/>
                  </a:cubicBezTo>
                  <a:cubicBezTo>
                    <a:pt x="77518" y="40216"/>
                    <a:pt x="82703" y="37645"/>
                    <a:pt x="82872" y="32798"/>
                  </a:cubicBezTo>
                  <a:cubicBezTo>
                    <a:pt x="83061" y="27339"/>
                    <a:pt x="82556" y="21880"/>
                    <a:pt x="81396" y="16527"/>
                  </a:cubicBezTo>
                  <a:cubicBezTo>
                    <a:pt x="80532" y="12586"/>
                    <a:pt x="79183" y="8792"/>
                    <a:pt x="77940" y="4956"/>
                  </a:cubicBezTo>
                  <a:cubicBezTo>
                    <a:pt x="77434" y="3523"/>
                    <a:pt x="75790" y="2743"/>
                    <a:pt x="74483" y="2237"/>
                  </a:cubicBezTo>
                  <a:cubicBezTo>
                    <a:pt x="72144" y="1310"/>
                    <a:pt x="69594" y="931"/>
                    <a:pt x="67086" y="699"/>
                  </a:cubicBezTo>
                  <a:cubicBezTo>
                    <a:pt x="61048" y="231"/>
                    <a:pt x="54988" y="1"/>
                    <a:pt x="48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 flipH="1">
              <a:off x="12622668" y="-56682"/>
              <a:ext cx="3632732" cy="2560337"/>
            </a:xfrm>
            <a:custGeom>
              <a:avLst/>
              <a:gdLst/>
              <a:ahLst/>
              <a:cxnLst/>
              <a:rect l="l" t="t" r="r" b="b"/>
              <a:pathLst>
                <a:path w="75243" h="53031" extrusionOk="0">
                  <a:moveTo>
                    <a:pt x="45555" y="944"/>
                  </a:moveTo>
                  <a:cubicBezTo>
                    <a:pt x="47895" y="944"/>
                    <a:pt x="50295" y="1283"/>
                    <a:pt x="52164" y="2470"/>
                  </a:cubicBezTo>
                  <a:cubicBezTo>
                    <a:pt x="59119" y="6980"/>
                    <a:pt x="65463" y="12312"/>
                    <a:pt x="70121" y="19246"/>
                  </a:cubicBezTo>
                  <a:cubicBezTo>
                    <a:pt x="72102" y="22113"/>
                    <a:pt x="69973" y="24937"/>
                    <a:pt x="67465" y="26454"/>
                  </a:cubicBezTo>
                  <a:cubicBezTo>
                    <a:pt x="57539" y="32103"/>
                    <a:pt x="48392" y="38910"/>
                    <a:pt x="39603" y="46181"/>
                  </a:cubicBezTo>
                  <a:cubicBezTo>
                    <a:pt x="37472" y="47878"/>
                    <a:pt x="34639" y="49556"/>
                    <a:pt x="31796" y="49556"/>
                  </a:cubicBezTo>
                  <a:cubicBezTo>
                    <a:pt x="31602" y="49556"/>
                    <a:pt x="31408" y="49549"/>
                    <a:pt x="31214" y="49532"/>
                  </a:cubicBezTo>
                  <a:cubicBezTo>
                    <a:pt x="30447" y="49478"/>
                    <a:pt x="29682" y="49453"/>
                    <a:pt x="28918" y="49453"/>
                  </a:cubicBezTo>
                  <a:cubicBezTo>
                    <a:pt x="23731" y="49453"/>
                    <a:pt x="18642" y="50606"/>
                    <a:pt x="13553" y="51598"/>
                  </a:cubicBezTo>
                  <a:cubicBezTo>
                    <a:pt x="13439" y="51609"/>
                    <a:pt x="13331" y="51615"/>
                    <a:pt x="13228" y="51615"/>
                  </a:cubicBezTo>
                  <a:cubicBezTo>
                    <a:pt x="11591" y="51615"/>
                    <a:pt x="11249" y="50236"/>
                    <a:pt x="11150" y="48689"/>
                  </a:cubicBezTo>
                  <a:lnTo>
                    <a:pt x="11150" y="48668"/>
                  </a:lnTo>
                  <a:cubicBezTo>
                    <a:pt x="11129" y="45591"/>
                    <a:pt x="10476" y="42535"/>
                    <a:pt x="9211" y="39711"/>
                  </a:cubicBezTo>
                  <a:cubicBezTo>
                    <a:pt x="7883" y="36802"/>
                    <a:pt x="6113" y="34126"/>
                    <a:pt x="4237" y="31533"/>
                  </a:cubicBezTo>
                  <a:cubicBezTo>
                    <a:pt x="3141" y="30058"/>
                    <a:pt x="2256" y="27993"/>
                    <a:pt x="2530" y="26096"/>
                  </a:cubicBezTo>
                  <a:cubicBezTo>
                    <a:pt x="3331" y="20953"/>
                    <a:pt x="3984" y="15790"/>
                    <a:pt x="5502" y="10774"/>
                  </a:cubicBezTo>
                  <a:cubicBezTo>
                    <a:pt x="6155" y="8624"/>
                    <a:pt x="8537" y="7675"/>
                    <a:pt x="10518" y="7212"/>
                  </a:cubicBezTo>
                  <a:cubicBezTo>
                    <a:pt x="20950" y="5020"/>
                    <a:pt x="31278" y="2364"/>
                    <a:pt x="41879" y="1163"/>
                  </a:cubicBezTo>
                  <a:cubicBezTo>
                    <a:pt x="43023" y="1044"/>
                    <a:pt x="44280" y="944"/>
                    <a:pt x="45555" y="944"/>
                  </a:cubicBezTo>
                  <a:close/>
                  <a:moveTo>
                    <a:pt x="50285" y="1"/>
                  </a:moveTo>
                  <a:cubicBezTo>
                    <a:pt x="49489" y="1"/>
                    <a:pt x="48726" y="24"/>
                    <a:pt x="48033" y="46"/>
                  </a:cubicBezTo>
                  <a:cubicBezTo>
                    <a:pt x="35788" y="657"/>
                    <a:pt x="23859" y="2891"/>
                    <a:pt x="11761" y="4683"/>
                  </a:cubicBezTo>
                  <a:cubicBezTo>
                    <a:pt x="9485" y="5062"/>
                    <a:pt x="6661" y="5926"/>
                    <a:pt x="5523" y="8160"/>
                  </a:cubicBezTo>
                  <a:cubicBezTo>
                    <a:pt x="3141" y="13029"/>
                    <a:pt x="1771" y="18171"/>
                    <a:pt x="486" y="23398"/>
                  </a:cubicBezTo>
                  <a:cubicBezTo>
                    <a:pt x="1" y="25379"/>
                    <a:pt x="1097" y="27571"/>
                    <a:pt x="2087" y="29194"/>
                  </a:cubicBezTo>
                  <a:cubicBezTo>
                    <a:pt x="4005" y="32229"/>
                    <a:pt x="5923" y="35243"/>
                    <a:pt x="7293" y="38573"/>
                  </a:cubicBezTo>
                  <a:cubicBezTo>
                    <a:pt x="8642" y="41819"/>
                    <a:pt x="9148" y="45212"/>
                    <a:pt x="9042" y="48732"/>
                  </a:cubicBezTo>
                  <a:cubicBezTo>
                    <a:pt x="9021" y="50144"/>
                    <a:pt x="9106" y="52631"/>
                    <a:pt x="11066" y="52631"/>
                  </a:cubicBezTo>
                  <a:cubicBezTo>
                    <a:pt x="14198" y="52595"/>
                    <a:pt x="17296" y="52383"/>
                    <a:pt x="20399" y="52383"/>
                  </a:cubicBezTo>
                  <a:cubicBezTo>
                    <a:pt x="22766" y="52383"/>
                    <a:pt x="25136" y="52506"/>
                    <a:pt x="27526" y="52926"/>
                  </a:cubicBezTo>
                  <a:cubicBezTo>
                    <a:pt x="27887" y="52997"/>
                    <a:pt x="28252" y="53030"/>
                    <a:pt x="28620" y="53030"/>
                  </a:cubicBezTo>
                  <a:cubicBezTo>
                    <a:pt x="31286" y="53030"/>
                    <a:pt x="34086" y="51293"/>
                    <a:pt x="36104" y="49849"/>
                  </a:cubicBezTo>
                  <a:cubicBezTo>
                    <a:pt x="46389" y="42240"/>
                    <a:pt x="57286" y="35622"/>
                    <a:pt x="69025" y="30438"/>
                  </a:cubicBezTo>
                  <a:cubicBezTo>
                    <a:pt x="71955" y="29068"/>
                    <a:pt x="75243" y="26222"/>
                    <a:pt x="73683" y="22618"/>
                  </a:cubicBezTo>
                  <a:cubicBezTo>
                    <a:pt x="71934" y="18361"/>
                    <a:pt x="69615" y="14357"/>
                    <a:pt x="66791" y="10710"/>
                  </a:cubicBezTo>
                  <a:cubicBezTo>
                    <a:pt x="64388" y="7633"/>
                    <a:pt x="61606" y="4936"/>
                    <a:pt x="58782" y="2238"/>
                  </a:cubicBezTo>
                  <a:cubicBezTo>
                    <a:pt x="56720" y="325"/>
                    <a:pt x="53266" y="1"/>
                    <a:pt x="502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 flipH="1">
              <a:off x="12963573" y="52093"/>
              <a:ext cx="3075098" cy="2318550"/>
            </a:xfrm>
            <a:custGeom>
              <a:avLst/>
              <a:gdLst/>
              <a:ahLst/>
              <a:cxnLst/>
              <a:rect l="l" t="t" r="r" b="b"/>
              <a:pathLst>
                <a:path w="63693" h="48023" extrusionOk="0">
                  <a:moveTo>
                    <a:pt x="32911" y="1541"/>
                  </a:moveTo>
                  <a:cubicBezTo>
                    <a:pt x="34269" y="1541"/>
                    <a:pt x="35613" y="1729"/>
                    <a:pt x="36863" y="2198"/>
                  </a:cubicBezTo>
                  <a:cubicBezTo>
                    <a:pt x="44050" y="4917"/>
                    <a:pt x="50963" y="8183"/>
                    <a:pt x="57223" y="12652"/>
                  </a:cubicBezTo>
                  <a:cubicBezTo>
                    <a:pt x="59204" y="14232"/>
                    <a:pt x="59204" y="16150"/>
                    <a:pt x="57497" y="17963"/>
                  </a:cubicBezTo>
                  <a:cubicBezTo>
                    <a:pt x="51279" y="23885"/>
                    <a:pt x="45652" y="30376"/>
                    <a:pt x="39940" y="36762"/>
                  </a:cubicBezTo>
                  <a:cubicBezTo>
                    <a:pt x="38128" y="38786"/>
                    <a:pt x="35430" y="40303"/>
                    <a:pt x="32711" y="40535"/>
                  </a:cubicBezTo>
                  <a:cubicBezTo>
                    <a:pt x="26346" y="41420"/>
                    <a:pt x="20234" y="43549"/>
                    <a:pt x="14354" y="46078"/>
                  </a:cubicBezTo>
                  <a:cubicBezTo>
                    <a:pt x="13904" y="46237"/>
                    <a:pt x="13455" y="46335"/>
                    <a:pt x="13042" y="46335"/>
                  </a:cubicBezTo>
                  <a:cubicBezTo>
                    <a:pt x="12196" y="46335"/>
                    <a:pt x="11503" y="45925"/>
                    <a:pt x="11277" y="44792"/>
                  </a:cubicBezTo>
                  <a:cubicBezTo>
                    <a:pt x="10160" y="40050"/>
                    <a:pt x="7125" y="36109"/>
                    <a:pt x="3921" y="32526"/>
                  </a:cubicBezTo>
                  <a:cubicBezTo>
                    <a:pt x="2846" y="31304"/>
                    <a:pt x="2130" y="29576"/>
                    <a:pt x="2235" y="27953"/>
                  </a:cubicBezTo>
                  <a:cubicBezTo>
                    <a:pt x="2446" y="23084"/>
                    <a:pt x="2235" y="18216"/>
                    <a:pt x="2319" y="13368"/>
                  </a:cubicBezTo>
                  <a:cubicBezTo>
                    <a:pt x="2383" y="11534"/>
                    <a:pt x="3858" y="10460"/>
                    <a:pt x="5396" y="9827"/>
                  </a:cubicBezTo>
                  <a:cubicBezTo>
                    <a:pt x="12963" y="7066"/>
                    <a:pt x="20466" y="4242"/>
                    <a:pt x="28264" y="2156"/>
                  </a:cubicBezTo>
                  <a:cubicBezTo>
                    <a:pt x="29746" y="1794"/>
                    <a:pt x="31337" y="1541"/>
                    <a:pt x="32911" y="1541"/>
                  </a:cubicBezTo>
                  <a:close/>
                  <a:moveTo>
                    <a:pt x="36767" y="0"/>
                  </a:moveTo>
                  <a:cubicBezTo>
                    <a:pt x="35269" y="0"/>
                    <a:pt x="33766" y="188"/>
                    <a:pt x="32395" y="427"/>
                  </a:cubicBezTo>
                  <a:cubicBezTo>
                    <a:pt x="23248" y="2219"/>
                    <a:pt x="14396" y="4938"/>
                    <a:pt x="5439" y="7446"/>
                  </a:cubicBezTo>
                  <a:cubicBezTo>
                    <a:pt x="3753" y="7994"/>
                    <a:pt x="1729" y="9026"/>
                    <a:pt x="1476" y="11029"/>
                  </a:cubicBezTo>
                  <a:cubicBezTo>
                    <a:pt x="739" y="16024"/>
                    <a:pt x="591" y="21103"/>
                    <a:pt x="149" y="26140"/>
                  </a:cubicBezTo>
                  <a:cubicBezTo>
                    <a:pt x="1" y="27889"/>
                    <a:pt x="781" y="29786"/>
                    <a:pt x="1877" y="31135"/>
                  </a:cubicBezTo>
                  <a:cubicBezTo>
                    <a:pt x="5354" y="35540"/>
                    <a:pt x="8305" y="40156"/>
                    <a:pt x="8937" y="45846"/>
                  </a:cubicBezTo>
                  <a:cubicBezTo>
                    <a:pt x="9145" y="47234"/>
                    <a:pt x="9697" y="48022"/>
                    <a:pt x="10861" y="48022"/>
                  </a:cubicBezTo>
                  <a:cubicBezTo>
                    <a:pt x="11111" y="48022"/>
                    <a:pt x="11389" y="47986"/>
                    <a:pt x="11698" y="47912"/>
                  </a:cubicBezTo>
                  <a:cubicBezTo>
                    <a:pt x="17557" y="45973"/>
                    <a:pt x="23754" y="43992"/>
                    <a:pt x="29971" y="43907"/>
                  </a:cubicBezTo>
                  <a:cubicBezTo>
                    <a:pt x="32922" y="43907"/>
                    <a:pt x="35767" y="42242"/>
                    <a:pt x="37896" y="40303"/>
                  </a:cubicBezTo>
                  <a:cubicBezTo>
                    <a:pt x="45146" y="33454"/>
                    <a:pt x="52502" y="26709"/>
                    <a:pt x="60553" y="20808"/>
                  </a:cubicBezTo>
                  <a:cubicBezTo>
                    <a:pt x="62681" y="19143"/>
                    <a:pt x="63693" y="16508"/>
                    <a:pt x="61522" y="14359"/>
                  </a:cubicBezTo>
                  <a:cubicBezTo>
                    <a:pt x="55789" y="8774"/>
                    <a:pt x="49066" y="4558"/>
                    <a:pt x="41900" y="1039"/>
                  </a:cubicBezTo>
                  <a:cubicBezTo>
                    <a:pt x="40350" y="269"/>
                    <a:pt x="38561" y="0"/>
                    <a:pt x="367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" name="Google Shape;331;p26"/>
          <p:cNvSpPr txBox="1">
            <a:spLocks noGrp="1"/>
          </p:cNvSpPr>
          <p:nvPr>
            <p:ph type="title"/>
          </p:nvPr>
        </p:nvSpPr>
        <p:spPr>
          <a:xfrm>
            <a:off x="713225" y="5400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32" name="Google Shape;332;p26"/>
          <p:cNvGrpSpPr/>
          <p:nvPr/>
        </p:nvGrpSpPr>
        <p:grpSpPr>
          <a:xfrm>
            <a:off x="7884679" y="-39389"/>
            <a:ext cx="1542727" cy="5222278"/>
            <a:chOff x="-5603214" y="12"/>
            <a:chExt cx="858167" cy="2904978"/>
          </a:xfrm>
        </p:grpSpPr>
        <p:sp>
          <p:nvSpPr>
            <p:cNvPr id="333" name="Google Shape;333;p26"/>
            <p:cNvSpPr/>
            <p:nvPr/>
          </p:nvSpPr>
          <p:spPr>
            <a:xfrm>
              <a:off x="-4977826" y="12"/>
              <a:ext cx="232780" cy="2904978"/>
            </a:xfrm>
            <a:custGeom>
              <a:avLst/>
              <a:gdLst/>
              <a:ahLst/>
              <a:cxnLst/>
              <a:rect l="l" t="t" r="r" b="b"/>
              <a:pathLst>
                <a:path w="12205" h="160496" extrusionOk="0">
                  <a:moveTo>
                    <a:pt x="1429" y="0"/>
                  </a:moveTo>
                  <a:cubicBezTo>
                    <a:pt x="1274" y="10775"/>
                    <a:pt x="24" y="21515"/>
                    <a:pt x="12" y="32302"/>
                  </a:cubicBezTo>
                  <a:cubicBezTo>
                    <a:pt x="0" y="42303"/>
                    <a:pt x="953" y="51983"/>
                    <a:pt x="2132" y="61936"/>
                  </a:cubicBezTo>
                  <a:cubicBezTo>
                    <a:pt x="2191" y="62401"/>
                    <a:pt x="2239" y="62865"/>
                    <a:pt x="2286" y="63341"/>
                  </a:cubicBezTo>
                  <a:lnTo>
                    <a:pt x="2286" y="91059"/>
                  </a:lnTo>
                  <a:cubicBezTo>
                    <a:pt x="1703" y="100000"/>
                    <a:pt x="929" y="108942"/>
                    <a:pt x="941" y="117907"/>
                  </a:cubicBezTo>
                  <a:cubicBezTo>
                    <a:pt x="965" y="127849"/>
                    <a:pt x="1763" y="137731"/>
                    <a:pt x="2286" y="147601"/>
                  </a:cubicBezTo>
                  <a:lnTo>
                    <a:pt x="2286" y="160496"/>
                  </a:lnTo>
                  <a:lnTo>
                    <a:pt x="5942" y="160496"/>
                  </a:lnTo>
                  <a:cubicBezTo>
                    <a:pt x="5787" y="156769"/>
                    <a:pt x="5906" y="153031"/>
                    <a:pt x="6287" y="149328"/>
                  </a:cubicBezTo>
                  <a:cubicBezTo>
                    <a:pt x="7323" y="139458"/>
                    <a:pt x="9573" y="129659"/>
                    <a:pt x="9692" y="119741"/>
                  </a:cubicBezTo>
                  <a:cubicBezTo>
                    <a:pt x="9942" y="100643"/>
                    <a:pt x="691" y="82617"/>
                    <a:pt x="6382" y="63496"/>
                  </a:cubicBezTo>
                  <a:cubicBezTo>
                    <a:pt x="9144" y="54257"/>
                    <a:pt x="12204" y="45720"/>
                    <a:pt x="11538" y="36112"/>
                  </a:cubicBezTo>
                  <a:cubicBezTo>
                    <a:pt x="10692" y="23979"/>
                    <a:pt x="7025" y="12109"/>
                    <a:pt x="5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-5279611" y="12"/>
              <a:ext cx="388087" cy="2904978"/>
            </a:xfrm>
            <a:custGeom>
              <a:avLst/>
              <a:gdLst/>
              <a:ahLst/>
              <a:cxnLst/>
              <a:rect l="l" t="t" r="r" b="b"/>
              <a:pathLst>
                <a:path w="20348" h="160496" extrusionOk="0">
                  <a:moveTo>
                    <a:pt x="7870" y="0"/>
                  </a:moveTo>
                  <a:cubicBezTo>
                    <a:pt x="6489" y="10966"/>
                    <a:pt x="2096" y="21526"/>
                    <a:pt x="1024" y="32540"/>
                  </a:cubicBezTo>
                  <a:cubicBezTo>
                    <a:pt x="0" y="43196"/>
                    <a:pt x="5989" y="51078"/>
                    <a:pt x="11263" y="60519"/>
                  </a:cubicBezTo>
                  <a:cubicBezTo>
                    <a:pt x="17038" y="70830"/>
                    <a:pt x="16335" y="79915"/>
                    <a:pt x="12561" y="90583"/>
                  </a:cubicBezTo>
                  <a:cubicBezTo>
                    <a:pt x="9263" y="99893"/>
                    <a:pt x="4739" y="109132"/>
                    <a:pt x="5084" y="118931"/>
                  </a:cubicBezTo>
                  <a:cubicBezTo>
                    <a:pt x="5441" y="129290"/>
                    <a:pt x="11609" y="138362"/>
                    <a:pt x="14466" y="148304"/>
                  </a:cubicBezTo>
                  <a:cubicBezTo>
                    <a:pt x="15621" y="152257"/>
                    <a:pt x="16002" y="156388"/>
                    <a:pt x="15597" y="160496"/>
                  </a:cubicBezTo>
                  <a:lnTo>
                    <a:pt x="17062" y="160496"/>
                  </a:lnTo>
                  <a:cubicBezTo>
                    <a:pt x="17276" y="156448"/>
                    <a:pt x="17109" y="152388"/>
                    <a:pt x="16550" y="148387"/>
                  </a:cubicBezTo>
                  <a:cubicBezTo>
                    <a:pt x="15121" y="138124"/>
                    <a:pt x="11799" y="128218"/>
                    <a:pt x="11823" y="117836"/>
                  </a:cubicBezTo>
                  <a:cubicBezTo>
                    <a:pt x="11871" y="98679"/>
                    <a:pt x="20348" y="80569"/>
                    <a:pt x="14883" y="61388"/>
                  </a:cubicBezTo>
                  <a:cubicBezTo>
                    <a:pt x="12073" y="51530"/>
                    <a:pt x="9239" y="42577"/>
                    <a:pt x="9596" y="32385"/>
                  </a:cubicBezTo>
                  <a:cubicBezTo>
                    <a:pt x="9966" y="21538"/>
                    <a:pt x="12525" y="10835"/>
                    <a:pt x="13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-5603214" y="12"/>
              <a:ext cx="649476" cy="2904978"/>
            </a:xfrm>
            <a:custGeom>
              <a:avLst/>
              <a:gdLst/>
              <a:ahLst/>
              <a:cxnLst/>
              <a:rect l="l" t="t" r="r" b="b"/>
              <a:pathLst>
                <a:path w="34053" h="160496" extrusionOk="0">
                  <a:moveTo>
                    <a:pt x="15098" y="0"/>
                  </a:moveTo>
                  <a:cubicBezTo>
                    <a:pt x="12336" y="11275"/>
                    <a:pt x="4644" y="21395"/>
                    <a:pt x="2346" y="32802"/>
                  </a:cubicBezTo>
                  <a:cubicBezTo>
                    <a:pt x="1" y="44386"/>
                    <a:pt x="12431" y="51232"/>
                    <a:pt x="21396" y="58983"/>
                  </a:cubicBezTo>
                  <a:cubicBezTo>
                    <a:pt x="26337" y="63258"/>
                    <a:pt x="30897" y="68127"/>
                    <a:pt x="30278" y="74128"/>
                  </a:cubicBezTo>
                  <a:cubicBezTo>
                    <a:pt x="29707" y="79748"/>
                    <a:pt x="26242" y="85368"/>
                    <a:pt x="23325" y="90440"/>
                  </a:cubicBezTo>
                  <a:cubicBezTo>
                    <a:pt x="17753" y="100143"/>
                    <a:pt x="7406" y="111954"/>
                    <a:pt x="8526" y="123015"/>
                  </a:cubicBezTo>
                  <a:cubicBezTo>
                    <a:pt x="9573" y="133278"/>
                    <a:pt x="21396" y="140041"/>
                    <a:pt x="27040" y="148709"/>
                  </a:cubicBezTo>
                  <a:cubicBezTo>
                    <a:pt x="29778" y="152924"/>
                    <a:pt x="30409" y="156793"/>
                    <a:pt x="29623" y="160496"/>
                  </a:cubicBezTo>
                  <a:lnTo>
                    <a:pt x="31540" y="160496"/>
                  </a:lnTo>
                  <a:cubicBezTo>
                    <a:pt x="32112" y="156650"/>
                    <a:pt x="31659" y="152685"/>
                    <a:pt x="29790" y="148411"/>
                  </a:cubicBezTo>
                  <a:cubicBezTo>
                    <a:pt x="25671" y="138946"/>
                    <a:pt x="16979" y="130778"/>
                    <a:pt x="16348" y="120479"/>
                  </a:cubicBezTo>
                  <a:cubicBezTo>
                    <a:pt x="15729" y="110085"/>
                    <a:pt x="22670" y="99917"/>
                    <a:pt x="27087" y="90380"/>
                  </a:cubicBezTo>
                  <a:cubicBezTo>
                    <a:pt x="32290" y="79105"/>
                    <a:pt x="34053" y="70259"/>
                    <a:pt x="25385" y="59793"/>
                  </a:cubicBezTo>
                  <a:cubicBezTo>
                    <a:pt x="18181" y="51102"/>
                    <a:pt x="9395" y="43672"/>
                    <a:pt x="11026" y="32659"/>
                  </a:cubicBezTo>
                  <a:cubicBezTo>
                    <a:pt x="12693" y="21491"/>
                    <a:pt x="18574" y="11097"/>
                    <a:pt x="20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35">
    <p:bg>
      <p:bgPr>
        <a:solidFill>
          <a:schemeClr val="dk1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53"/>
          <p:cNvGrpSpPr/>
          <p:nvPr/>
        </p:nvGrpSpPr>
        <p:grpSpPr>
          <a:xfrm rot="-9122183">
            <a:off x="-3530041" y="-1709727"/>
            <a:ext cx="5437509" cy="4025466"/>
            <a:chOff x="12463924" y="-129923"/>
            <a:chExt cx="4010233" cy="2968834"/>
          </a:xfrm>
        </p:grpSpPr>
        <p:sp>
          <p:nvSpPr>
            <p:cNvPr id="695" name="Google Shape;695;p53"/>
            <p:cNvSpPr/>
            <p:nvPr/>
          </p:nvSpPr>
          <p:spPr>
            <a:xfrm flipH="1">
              <a:off x="12463924" y="-129923"/>
              <a:ext cx="4010233" cy="2968834"/>
            </a:xfrm>
            <a:custGeom>
              <a:avLst/>
              <a:gdLst/>
              <a:ahLst/>
              <a:cxnLst/>
              <a:rect l="l" t="t" r="r" b="b"/>
              <a:pathLst>
                <a:path w="83062" h="61492" extrusionOk="0">
                  <a:moveTo>
                    <a:pt x="56422" y="868"/>
                  </a:moveTo>
                  <a:cubicBezTo>
                    <a:pt x="57440" y="868"/>
                    <a:pt x="58459" y="875"/>
                    <a:pt x="59477" y="889"/>
                  </a:cubicBezTo>
                  <a:cubicBezTo>
                    <a:pt x="61859" y="952"/>
                    <a:pt x="64261" y="1141"/>
                    <a:pt x="66559" y="1816"/>
                  </a:cubicBezTo>
                  <a:cubicBezTo>
                    <a:pt x="67950" y="2237"/>
                    <a:pt x="69594" y="2806"/>
                    <a:pt x="70458" y="4050"/>
                  </a:cubicBezTo>
                  <a:cubicBezTo>
                    <a:pt x="72587" y="7253"/>
                    <a:pt x="74757" y="10478"/>
                    <a:pt x="76443" y="13956"/>
                  </a:cubicBezTo>
                  <a:cubicBezTo>
                    <a:pt x="78593" y="18466"/>
                    <a:pt x="80132" y="23250"/>
                    <a:pt x="81038" y="28161"/>
                  </a:cubicBezTo>
                  <a:cubicBezTo>
                    <a:pt x="81818" y="32460"/>
                    <a:pt x="77561" y="35179"/>
                    <a:pt x="74083" y="36402"/>
                  </a:cubicBezTo>
                  <a:cubicBezTo>
                    <a:pt x="60784" y="40849"/>
                    <a:pt x="48159" y="47108"/>
                    <a:pt x="36567" y="55033"/>
                  </a:cubicBezTo>
                  <a:cubicBezTo>
                    <a:pt x="34776" y="56210"/>
                    <a:pt x="31958" y="58031"/>
                    <a:pt x="29483" y="58031"/>
                  </a:cubicBezTo>
                  <a:cubicBezTo>
                    <a:pt x="28989" y="58031"/>
                    <a:pt x="28509" y="57959"/>
                    <a:pt x="28053" y="57794"/>
                  </a:cubicBezTo>
                  <a:cubicBezTo>
                    <a:pt x="23268" y="56023"/>
                    <a:pt x="18189" y="55834"/>
                    <a:pt x="13257" y="54696"/>
                  </a:cubicBezTo>
                  <a:cubicBezTo>
                    <a:pt x="11318" y="54295"/>
                    <a:pt x="11487" y="51155"/>
                    <a:pt x="11571" y="49764"/>
                  </a:cubicBezTo>
                  <a:lnTo>
                    <a:pt x="11571" y="49743"/>
                  </a:lnTo>
                  <a:cubicBezTo>
                    <a:pt x="11824" y="45928"/>
                    <a:pt x="11255" y="42092"/>
                    <a:pt x="9864" y="38530"/>
                  </a:cubicBezTo>
                  <a:cubicBezTo>
                    <a:pt x="8431" y="34821"/>
                    <a:pt x="6429" y="31343"/>
                    <a:pt x="4426" y="27908"/>
                  </a:cubicBezTo>
                  <a:cubicBezTo>
                    <a:pt x="3520" y="26264"/>
                    <a:pt x="2256" y="23861"/>
                    <a:pt x="2993" y="21922"/>
                  </a:cubicBezTo>
                  <a:cubicBezTo>
                    <a:pt x="5017" y="16653"/>
                    <a:pt x="7314" y="11637"/>
                    <a:pt x="10623" y="7022"/>
                  </a:cubicBezTo>
                  <a:cubicBezTo>
                    <a:pt x="12351" y="4724"/>
                    <a:pt x="15576" y="3945"/>
                    <a:pt x="18273" y="3649"/>
                  </a:cubicBezTo>
                  <a:cubicBezTo>
                    <a:pt x="24322" y="3080"/>
                    <a:pt x="30329" y="2280"/>
                    <a:pt x="36378" y="1753"/>
                  </a:cubicBezTo>
                  <a:cubicBezTo>
                    <a:pt x="43037" y="1167"/>
                    <a:pt x="49727" y="868"/>
                    <a:pt x="56422" y="868"/>
                  </a:cubicBezTo>
                  <a:close/>
                  <a:moveTo>
                    <a:pt x="48930" y="1"/>
                  </a:moveTo>
                  <a:cubicBezTo>
                    <a:pt x="46530" y="1"/>
                    <a:pt x="44130" y="37"/>
                    <a:pt x="41731" y="109"/>
                  </a:cubicBezTo>
                  <a:cubicBezTo>
                    <a:pt x="34881" y="298"/>
                    <a:pt x="28032" y="783"/>
                    <a:pt x="21182" y="1078"/>
                  </a:cubicBezTo>
                  <a:cubicBezTo>
                    <a:pt x="18020" y="1205"/>
                    <a:pt x="14227" y="2006"/>
                    <a:pt x="11908" y="4345"/>
                  </a:cubicBezTo>
                  <a:cubicBezTo>
                    <a:pt x="7609" y="8687"/>
                    <a:pt x="4237" y="13513"/>
                    <a:pt x="1054" y="18698"/>
                  </a:cubicBezTo>
                  <a:cubicBezTo>
                    <a:pt x="0" y="20468"/>
                    <a:pt x="1412" y="23166"/>
                    <a:pt x="2234" y="24725"/>
                  </a:cubicBezTo>
                  <a:cubicBezTo>
                    <a:pt x="6281" y="32229"/>
                    <a:pt x="10264" y="39879"/>
                    <a:pt x="9674" y="48626"/>
                  </a:cubicBezTo>
                  <a:cubicBezTo>
                    <a:pt x="9569" y="50312"/>
                    <a:pt x="9295" y="53621"/>
                    <a:pt x="11108" y="54611"/>
                  </a:cubicBezTo>
                  <a:cubicBezTo>
                    <a:pt x="15281" y="56951"/>
                    <a:pt x="19896" y="58342"/>
                    <a:pt x="23859" y="61039"/>
                  </a:cubicBezTo>
                  <a:cubicBezTo>
                    <a:pt x="24353" y="61359"/>
                    <a:pt x="24914" y="61492"/>
                    <a:pt x="25509" y="61492"/>
                  </a:cubicBezTo>
                  <a:cubicBezTo>
                    <a:pt x="27780" y="61492"/>
                    <a:pt x="30554" y="59551"/>
                    <a:pt x="32057" y="58616"/>
                  </a:cubicBezTo>
                  <a:cubicBezTo>
                    <a:pt x="44808" y="50417"/>
                    <a:pt x="58697" y="44769"/>
                    <a:pt x="73430" y="41249"/>
                  </a:cubicBezTo>
                  <a:cubicBezTo>
                    <a:pt x="77518" y="40216"/>
                    <a:pt x="82703" y="37645"/>
                    <a:pt x="82872" y="32798"/>
                  </a:cubicBezTo>
                  <a:cubicBezTo>
                    <a:pt x="83061" y="27339"/>
                    <a:pt x="82556" y="21880"/>
                    <a:pt x="81396" y="16527"/>
                  </a:cubicBezTo>
                  <a:cubicBezTo>
                    <a:pt x="80532" y="12586"/>
                    <a:pt x="79183" y="8792"/>
                    <a:pt x="77940" y="4956"/>
                  </a:cubicBezTo>
                  <a:cubicBezTo>
                    <a:pt x="77434" y="3523"/>
                    <a:pt x="75790" y="2743"/>
                    <a:pt x="74483" y="2237"/>
                  </a:cubicBezTo>
                  <a:cubicBezTo>
                    <a:pt x="72144" y="1310"/>
                    <a:pt x="69594" y="931"/>
                    <a:pt x="67086" y="699"/>
                  </a:cubicBezTo>
                  <a:cubicBezTo>
                    <a:pt x="61048" y="231"/>
                    <a:pt x="54988" y="1"/>
                    <a:pt x="48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3"/>
            <p:cNvSpPr/>
            <p:nvPr/>
          </p:nvSpPr>
          <p:spPr>
            <a:xfrm flipH="1">
              <a:off x="12622668" y="-56682"/>
              <a:ext cx="3632732" cy="2560337"/>
            </a:xfrm>
            <a:custGeom>
              <a:avLst/>
              <a:gdLst/>
              <a:ahLst/>
              <a:cxnLst/>
              <a:rect l="l" t="t" r="r" b="b"/>
              <a:pathLst>
                <a:path w="75243" h="53031" extrusionOk="0">
                  <a:moveTo>
                    <a:pt x="45555" y="944"/>
                  </a:moveTo>
                  <a:cubicBezTo>
                    <a:pt x="47895" y="944"/>
                    <a:pt x="50295" y="1283"/>
                    <a:pt x="52164" y="2470"/>
                  </a:cubicBezTo>
                  <a:cubicBezTo>
                    <a:pt x="59119" y="6980"/>
                    <a:pt x="65463" y="12312"/>
                    <a:pt x="70121" y="19246"/>
                  </a:cubicBezTo>
                  <a:cubicBezTo>
                    <a:pt x="72102" y="22113"/>
                    <a:pt x="69973" y="24937"/>
                    <a:pt x="67465" y="26454"/>
                  </a:cubicBezTo>
                  <a:cubicBezTo>
                    <a:pt x="57539" y="32103"/>
                    <a:pt x="48392" y="38910"/>
                    <a:pt x="39603" y="46181"/>
                  </a:cubicBezTo>
                  <a:cubicBezTo>
                    <a:pt x="37472" y="47878"/>
                    <a:pt x="34639" y="49556"/>
                    <a:pt x="31796" y="49556"/>
                  </a:cubicBezTo>
                  <a:cubicBezTo>
                    <a:pt x="31602" y="49556"/>
                    <a:pt x="31408" y="49549"/>
                    <a:pt x="31214" y="49532"/>
                  </a:cubicBezTo>
                  <a:cubicBezTo>
                    <a:pt x="30447" y="49478"/>
                    <a:pt x="29682" y="49453"/>
                    <a:pt x="28918" y="49453"/>
                  </a:cubicBezTo>
                  <a:cubicBezTo>
                    <a:pt x="23731" y="49453"/>
                    <a:pt x="18642" y="50606"/>
                    <a:pt x="13553" y="51598"/>
                  </a:cubicBezTo>
                  <a:cubicBezTo>
                    <a:pt x="13439" y="51609"/>
                    <a:pt x="13331" y="51615"/>
                    <a:pt x="13228" y="51615"/>
                  </a:cubicBezTo>
                  <a:cubicBezTo>
                    <a:pt x="11591" y="51615"/>
                    <a:pt x="11249" y="50236"/>
                    <a:pt x="11150" y="48689"/>
                  </a:cubicBezTo>
                  <a:lnTo>
                    <a:pt x="11150" y="48668"/>
                  </a:lnTo>
                  <a:cubicBezTo>
                    <a:pt x="11129" y="45591"/>
                    <a:pt x="10476" y="42535"/>
                    <a:pt x="9211" y="39711"/>
                  </a:cubicBezTo>
                  <a:cubicBezTo>
                    <a:pt x="7883" y="36802"/>
                    <a:pt x="6113" y="34126"/>
                    <a:pt x="4237" y="31533"/>
                  </a:cubicBezTo>
                  <a:cubicBezTo>
                    <a:pt x="3141" y="30058"/>
                    <a:pt x="2256" y="27993"/>
                    <a:pt x="2530" y="26096"/>
                  </a:cubicBezTo>
                  <a:cubicBezTo>
                    <a:pt x="3331" y="20953"/>
                    <a:pt x="3984" y="15790"/>
                    <a:pt x="5502" y="10774"/>
                  </a:cubicBezTo>
                  <a:cubicBezTo>
                    <a:pt x="6155" y="8624"/>
                    <a:pt x="8537" y="7675"/>
                    <a:pt x="10518" y="7212"/>
                  </a:cubicBezTo>
                  <a:cubicBezTo>
                    <a:pt x="20950" y="5020"/>
                    <a:pt x="31278" y="2364"/>
                    <a:pt x="41879" y="1163"/>
                  </a:cubicBezTo>
                  <a:cubicBezTo>
                    <a:pt x="43023" y="1044"/>
                    <a:pt x="44280" y="944"/>
                    <a:pt x="45555" y="944"/>
                  </a:cubicBezTo>
                  <a:close/>
                  <a:moveTo>
                    <a:pt x="50285" y="1"/>
                  </a:moveTo>
                  <a:cubicBezTo>
                    <a:pt x="49489" y="1"/>
                    <a:pt x="48726" y="24"/>
                    <a:pt x="48033" y="46"/>
                  </a:cubicBezTo>
                  <a:cubicBezTo>
                    <a:pt x="35788" y="657"/>
                    <a:pt x="23859" y="2891"/>
                    <a:pt x="11761" y="4683"/>
                  </a:cubicBezTo>
                  <a:cubicBezTo>
                    <a:pt x="9485" y="5062"/>
                    <a:pt x="6661" y="5926"/>
                    <a:pt x="5523" y="8160"/>
                  </a:cubicBezTo>
                  <a:cubicBezTo>
                    <a:pt x="3141" y="13029"/>
                    <a:pt x="1771" y="18171"/>
                    <a:pt x="486" y="23398"/>
                  </a:cubicBezTo>
                  <a:cubicBezTo>
                    <a:pt x="1" y="25379"/>
                    <a:pt x="1097" y="27571"/>
                    <a:pt x="2087" y="29194"/>
                  </a:cubicBezTo>
                  <a:cubicBezTo>
                    <a:pt x="4005" y="32229"/>
                    <a:pt x="5923" y="35243"/>
                    <a:pt x="7293" y="38573"/>
                  </a:cubicBezTo>
                  <a:cubicBezTo>
                    <a:pt x="8642" y="41819"/>
                    <a:pt x="9148" y="45212"/>
                    <a:pt x="9042" y="48732"/>
                  </a:cubicBezTo>
                  <a:cubicBezTo>
                    <a:pt x="9021" y="50144"/>
                    <a:pt x="9106" y="52631"/>
                    <a:pt x="11066" y="52631"/>
                  </a:cubicBezTo>
                  <a:cubicBezTo>
                    <a:pt x="14198" y="52595"/>
                    <a:pt x="17296" y="52383"/>
                    <a:pt x="20399" y="52383"/>
                  </a:cubicBezTo>
                  <a:cubicBezTo>
                    <a:pt x="22766" y="52383"/>
                    <a:pt x="25136" y="52506"/>
                    <a:pt x="27526" y="52926"/>
                  </a:cubicBezTo>
                  <a:cubicBezTo>
                    <a:pt x="27887" y="52997"/>
                    <a:pt x="28252" y="53030"/>
                    <a:pt x="28620" y="53030"/>
                  </a:cubicBezTo>
                  <a:cubicBezTo>
                    <a:pt x="31286" y="53030"/>
                    <a:pt x="34086" y="51293"/>
                    <a:pt x="36104" y="49849"/>
                  </a:cubicBezTo>
                  <a:cubicBezTo>
                    <a:pt x="46389" y="42240"/>
                    <a:pt x="57286" y="35622"/>
                    <a:pt x="69025" y="30438"/>
                  </a:cubicBezTo>
                  <a:cubicBezTo>
                    <a:pt x="71955" y="29068"/>
                    <a:pt x="75243" y="26222"/>
                    <a:pt x="73683" y="22618"/>
                  </a:cubicBezTo>
                  <a:cubicBezTo>
                    <a:pt x="71934" y="18361"/>
                    <a:pt x="69615" y="14357"/>
                    <a:pt x="66791" y="10710"/>
                  </a:cubicBezTo>
                  <a:cubicBezTo>
                    <a:pt x="64388" y="7633"/>
                    <a:pt x="61606" y="4936"/>
                    <a:pt x="58782" y="2238"/>
                  </a:cubicBezTo>
                  <a:cubicBezTo>
                    <a:pt x="56720" y="325"/>
                    <a:pt x="53266" y="1"/>
                    <a:pt x="50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53"/>
            <p:cNvSpPr/>
            <p:nvPr/>
          </p:nvSpPr>
          <p:spPr>
            <a:xfrm flipH="1">
              <a:off x="12963573" y="52093"/>
              <a:ext cx="3075098" cy="2318550"/>
            </a:xfrm>
            <a:custGeom>
              <a:avLst/>
              <a:gdLst/>
              <a:ahLst/>
              <a:cxnLst/>
              <a:rect l="l" t="t" r="r" b="b"/>
              <a:pathLst>
                <a:path w="63693" h="48023" extrusionOk="0">
                  <a:moveTo>
                    <a:pt x="32911" y="1541"/>
                  </a:moveTo>
                  <a:cubicBezTo>
                    <a:pt x="34269" y="1541"/>
                    <a:pt x="35613" y="1729"/>
                    <a:pt x="36863" y="2198"/>
                  </a:cubicBezTo>
                  <a:cubicBezTo>
                    <a:pt x="44050" y="4917"/>
                    <a:pt x="50963" y="8183"/>
                    <a:pt x="57223" y="12652"/>
                  </a:cubicBezTo>
                  <a:cubicBezTo>
                    <a:pt x="59204" y="14232"/>
                    <a:pt x="59204" y="16150"/>
                    <a:pt x="57497" y="17963"/>
                  </a:cubicBezTo>
                  <a:cubicBezTo>
                    <a:pt x="51279" y="23885"/>
                    <a:pt x="45652" y="30376"/>
                    <a:pt x="39940" y="36762"/>
                  </a:cubicBezTo>
                  <a:cubicBezTo>
                    <a:pt x="38128" y="38786"/>
                    <a:pt x="35430" y="40303"/>
                    <a:pt x="32711" y="40535"/>
                  </a:cubicBezTo>
                  <a:cubicBezTo>
                    <a:pt x="26346" y="41420"/>
                    <a:pt x="20234" y="43549"/>
                    <a:pt x="14354" y="46078"/>
                  </a:cubicBezTo>
                  <a:cubicBezTo>
                    <a:pt x="13904" y="46237"/>
                    <a:pt x="13455" y="46335"/>
                    <a:pt x="13042" y="46335"/>
                  </a:cubicBezTo>
                  <a:cubicBezTo>
                    <a:pt x="12196" y="46335"/>
                    <a:pt x="11503" y="45925"/>
                    <a:pt x="11277" y="44792"/>
                  </a:cubicBezTo>
                  <a:cubicBezTo>
                    <a:pt x="10160" y="40050"/>
                    <a:pt x="7125" y="36109"/>
                    <a:pt x="3921" y="32526"/>
                  </a:cubicBezTo>
                  <a:cubicBezTo>
                    <a:pt x="2846" y="31304"/>
                    <a:pt x="2130" y="29576"/>
                    <a:pt x="2235" y="27953"/>
                  </a:cubicBezTo>
                  <a:cubicBezTo>
                    <a:pt x="2446" y="23084"/>
                    <a:pt x="2235" y="18216"/>
                    <a:pt x="2319" y="13368"/>
                  </a:cubicBezTo>
                  <a:cubicBezTo>
                    <a:pt x="2383" y="11534"/>
                    <a:pt x="3858" y="10460"/>
                    <a:pt x="5396" y="9827"/>
                  </a:cubicBezTo>
                  <a:cubicBezTo>
                    <a:pt x="12963" y="7066"/>
                    <a:pt x="20466" y="4242"/>
                    <a:pt x="28264" y="2156"/>
                  </a:cubicBezTo>
                  <a:cubicBezTo>
                    <a:pt x="29746" y="1794"/>
                    <a:pt x="31337" y="1541"/>
                    <a:pt x="32911" y="1541"/>
                  </a:cubicBezTo>
                  <a:close/>
                  <a:moveTo>
                    <a:pt x="36767" y="0"/>
                  </a:moveTo>
                  <a:cubicBezTo>
                    <a:pt x="35269" y="0"/>
                    <a:pt x="33766" y="188"/>
                    <a:pt x="32395" y="427"/>
                  </a:cubicBezTo>
                  <a:cubicBezTo>
                    <a:pt x="23248" y="2219"/>
                    <a:pt x="14396" y="4938"/>
                    <a:pt x="5439" y="7446"/>
                  </a:cubicBezTo>
                  <a:cubicBezTo>
                    <a:pt x="3753" y="7994"/>
                    <a:pt x="1729" y="9026"/>
                    <a:pt x="1476" y="11029"/>
                  </a:cubicBezTo>
                  <a:cubicBezTo>
                    <a:pt x="739" y="16024"/>
                    <a:pt x="591" y="21103"/>
                    <a:pt x="149" y="26140"/>
                  </a:cubicBezTo>
                  <a:cubicBezTo>
                    <a:pt x="1" y="27889"/>
                    <a:pt x="781" y="29786"/>
                    <a:pt x="1877" y="31135"/>
                  </a:cubicBezTo>
                  <a:cubicBezTo>
                    <a:pt x="5354" y="35540"/>
                    <a:pt x="8305" y="40156"/>
                    <a:pt x="8937" y="45846"/>
                  </a:cubicBezTo>
                  <a:cubicBezTo>
                    <a:pt x="9145" y="47234"/>
                    <a:pt x="9697" y="48022"/>
                    <a:pt x="10861" y="48022"/>
                  </a:cubicBezTo>
                  <a:cubicBezTo>
                    <a:pt x="11111" y="48022"/>
                    <a:pt x="11389" y="47986"/>
                    <a:pt x="11698" y="47912"/>
                  </a:cubicBezTo>
                  <a:cubicBezTo>
                    <a:pt x="17557" y="45973"/>
                    <a:pt x="23754" y="43992"/>
                    <a:pt x="29971" y="43907"/>
                  </a:cubicBezTo>
                  <a:cubicBezTo>
                    <a:pt x="32922" y="43907"/>
                    <a:pt x="35767" y="42242"/>
                    <a:pt x="37896" y="40303"/>
                  </a:cubicBezTo>
                  <a:cubicBezTo>
                    <a:pt x="45146" y="33454"/>
                    <a:pt x="52502" y="26709"/>
                    <a:pt x="60553" y="20808"/>
                  </a:cubicBezTo>
                  <a:cubicBezTo>
                    <a:pt x="62681" y="19143"/>
                    <a:pt x="63693" y="16508"/>
                    <a:pt x="61522" y="14359"/>
                  </a:cubicBezTo>
                  <a:cubicBezTo>
                    <a:pt x="55789" y="8774"/>
                    <a:pt x="49066" y="4558"/>
                    <a:pt x="41900" y="1039"/>
                  </a:cubicBezTo>
                  <a:cubicBezTo>
                    <a:pt x="40350" y="269"/>
                    <a:pt x="38561" y="0"/>
                    <a:pt x="36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3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3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3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3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3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" name="Google Shape;703;p53"/>
          <p:cNvGrpSpPr/>
          <p:nvPr/>
        </p:nvGrpSpPr>
        <p:grpSpPr>
          <a:xfrm rot="-1119486">
            <a:off x="7422054" y="2451054"/>
            <a:ext cx="5437729" cy="4025630"/>
            <a:chOff x="12463924" y="-129923"/>
            <a:chExt cx="4010233" cy="2968834"/>
          </a:xfrm>
        </p:grpSpPr>
        <p:sp>
          <p:nvSpPr>
            <p:cNvPr id="704" name="Google Shape;704;p53"/>
            <p:cNvSpPr/>
            <p:nvPr/>
          </p:nvSpPr>
          <p:spPr>
            <a:xfrm flipH="1">
              <a:off x="12463924" y="-129923"/>
              <a:ext cx="4010233" cy="2968834"/>
            </a:xfrm>
            <a:custGeom>
              <a:avLst/>
              <a:gdLst/>
              <a:ahLst/>
              <a:cxnLst/>
              <a:rect l="l" t="t" r="r" b="b"/>
              <a:pathLst>
                <a:path w="83062" h="61492" extrusionOk="0">
                  <a:moveTo>
                    <a:pt x="56422" y="868"/>
                  </a:moveTo>
                  <a:cubicBezTo>
                    <a:pt x="57440" y="868"/>
                    <a:pt x="58459" y="875"/>
                    <a:pt x="59477" y="889"/>
                  </a:cubicBezTo>
                  <a:cubicBezTo>
                    <a:pt x="61859" y="952"/>
                    <a:pt x="64261" y="1141"/>
                    <a:pt x="66559" y="1816"/>
                  </a:cubicBezTo>
                  <a:cubicBezTo>
                    <a:pt x="67950" y="2237"/>
                    <a:pt x="69594" y="2806"/>
                    <a:pt x="70458" y="4050"/>
                  </a:cubicBezTo>
                  <a:cubicBezTo>
                    <a:pt x="72587" y="7253"/>
                    <a:pt x="74757" y="10478"/>
                    <a:pt x="76443" y="13956"/>
                  </a:cubicBezTo>
                  <a:cubicBezTo>
                    <a:pt x="78593" y="18466"/>
                    <a:pt x="80132" y="23250"/>
                    <a:pt x="81038" y="28161"/>
                  </a:cubicBezTo>
                  <a:cubicBezTo>
                    <a:pt x="81818" y="32460"/>
                    <a:pt x="77561" y="35179"/>
                    <a:pt x="74083" y="36402"/>
                  </a:cubicBezTo>
                  <a:cubicBezTo>
                    <a:pt x="60784" y="40849"/>
                    <a:pt x="48159" y="47108"/>
                    <a:pt x="36567" y="55033"/>
                  </a:cubicBezTo>
                  <a:cubicBezTo>
                    <a:pt x="34776" y="56210"/>
                    <a:pt x="31958" y="58031"/>
                    <a:pt x="29483" y="58031"/>
                  </a:cubicBezTo>
                  <a:cubicBezTo>
                    <a:pt x="28989" y="58031"/>
                    <a:pt x="28509" y="57959"/>
                    <a:pt x="28053" y="57794"/>
                  </a:cubicBezTo>
                  <a:cubicBezTo>
                    <a:pt x="23268" y="56023"/>
                    <a:pt x="18189" y="55834"/>
                    <a:pt x="13257" y="54696"/>
                  </a:cubicBezTo>
                  <a:cubicBezTo>
                    <a:pt x="11318" y="54295"/>
                    <a:pt x="11487" y="51155"/>
                    <a:pt x="11571" y="49764"/>
                  </a:cubicBezTo>
                  <a:lnTo>
                    <a:pt x="11571" y="49743"/>
                  </a:lnTo>
                  <a:cubicBezTo>
                    <a:pt x="11824" y="45928"/>
                    <a:pt x="11255" y="42092"/>
                    <a:pt x="9864" y="38530"/>
                  </a:cubicBezTo>
                  <a:cubicBezTo>
                    <a:pt x="8431" y="34821"/>
                    <a:pt x="6429" y="31343"/>
                    <a:pt x="4426" y="27908"/>
                  </a:cubicBezTo>
                  <a:cubicBezTo>
                    <a:pt x="3520" y="26264"/>
                    <a:pt x="2256" y="23861"/>
                    <a:pt x="2993" y="21922"/>
                  </a:cubicBezTo>
                  <a:cubicBezTo>
                    <a:pt x="5017" y="16653"/>
                    <a:pt x="7314" y="11637"/>
                    <a:pt x="10623" y="7022"/>
                  </a:cubicBezTo>
                  <a:cubicBezTo>
                    <a:pt x="12351" y="4724"/>
                    <a:pt x="15576" y="3945"/>
                    <a:pt x="18273" y="3649"/>
                  </a:cubicBezTo>
                  <a:cubicBezTo>
                    <a:pt x="24322" y="3080"/>
                    <a:pt x="30329" y="2280"/>
                    <a:pt x="36378" y="1753"/>
                  </a:cubicBezTo>
                  <a:cubicBezTo>
                    <a:pt x="43037" y="1167"/>
                    <a:pt x="49727" y="868"/>
                    <a:pt x="56422" y="868"/>
                  </a:cubicBezTo>
                  <a:close/>
                  <a:moveTo>
                    <a:pt x="48930" y="1"/>
                  </a:moveTo>
                  <a:cubicBezTo>
                    <a:pt x="46530" y="1"/>
                    <a:pt x="44130" y="37"/>
                    <a:pt x="41731" y="109"/>
                  </a:cubicBezTo>
                  <a:cubicBezTo>
                    <a:pt x="34881" y="298"/>
                    <a:pt x="28032" y="783"/>
                    <a:pt x="21182" y="1078"/>
                  </a:cubicBezTo>
                  <a:cubicBezTo>
                    <a:pt x="18020" y="1205"/>
                    <a:pt x="14227" y="2006"/>
                    <a:pt x="11908" y="4345"/>
                  </a:cubicBezTo>
                  <a:cubicBezTo>
                    <a:pt x="7609" y="8687"/>
                    <a:pt x="4237" y="13513"/>
                    <a:pt x="1054" y="18698"/>
                  </a:cubicBezTo>
                  <a:cubicBezTo>
                    <a:pt x="0" y="20468"/>
                    <a:pt x="1412" y="23166"/>
                    <a:pt x="2234" y="24725"/>
                  </a:cubicBezTo>
                  <a:cubicBezTo>
                    <a:pt x="6281" y="32229"/>
                    <a:pt x="10264" y="39879"/>
                    <a:pt x="9674" y="48626"/>
                  </a:cubicBezTo>
                  <a:cubicBezTo>
                    <a:pt x="9569" y="50312"/>
                    <a:pt x="9295" y="53621"/>
                    <a:pt x="11108" y="54611"/>
                  </a:cubicBezTo>
                  <a:cubicBezTo>
                    <a:pt x="15281" y="56951"/>
                    <a:pt x="19896" y="58342"/>
                    <a:pt x="23859" y="61039"/>
                  </a:cubicBezTo>
                  <a:cubicBezTo>
                    <a:pt x="24353" y="61359"/>
                    <a:pt x="24914" y="61492"/>
                    <a:pt x="25509" y="61492"/>
                  </a:cubicBezTo>
                  <a:cubicBezTo>
                    <a:pt x="27780" y="61492"/>
                    <a:pt x="30554" y="59551"/>
                    <a:pt x="32057" y="58616"/>
                  </a:cubicBezTo>
                  <a:cubicBezTo>
                    <a:pt x="44808" y="50417"/>
                    <a:pt x="58697" y="44769"/>
                    <a:pt x="73430" y="41249"/>
                  </a:cubicBezTo>
                  <a:cubicBezTo>
                    <a:pt x="77518" y="40216"/>
                    <a:pt x="82703" y="37645"/>
                    <a:pt x="82872" y="32798"/>
                  </a:cubicBezTo>
                  <a:cubicBezTo>
                    <a:pt x="83061" y="27339"/>
                    <a:pt x="82556" y="21880"/>
                    <a:pt x="81396" y="16527"/>
                  </a:cubicBezTo>
                  <a:cubicBezTo>
                    <a:pt x="80532" y="12586"/>
                    <a:pt x="79183" y="8792"/>
                    <a:pt x="77940" y="4956"/>
                  </a:cubicBezTo>
                  <a:cubicBezTo>
                    <a:pt x="77434" y="3523"/>
                    <a:pt x="75790" y="2743"/>
                    <a:pt x="74483" y="2237"/>
                  </a:cubicBezTo>
                  <a:cubicBezTo>
                    <a:pt x="72144" y="1310"/>
                    <a:pt x="69594" y="931"/>
                    <a:pt x="67086" y="699"/>
                  </a:cubicBezTo>
                  <a:cubicBezTo>
                    <a:pt x="61048" y="231"/>
                    <a:pt x="54988" y="1"/>
                    <a:pt x="48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3"/>
            <p:cNvSpPr/>
            <p:nvPr/>
          </p:nvSpPr>
          <p:spPr>
            <a:xfrm flipH="1">
              <a:off x="12622668" y="-56682"/>
              <a:ext cx="3632732" cy="2560337"/>
            </a:xfrm>
            <a:custGeom>
              <a:avLst/>
              <a:gdLst/>
              <a:ahLst/>
              <a:cxnLst/>
              <a:rect l="l" t="t" r="r" b="b"/>
              <a:pathLst>
                <a:path w="75243" h="53031" extrusionOk="0">
                  <a:moveTo>
                    <a:pt x="45555" y="944"/>
                  </a:moveTo>
                  <a:cubicBezTo>
                    <a:pt x="47895" y="944"/>
                    <a:pt x="50295" y="1283"/>
                    <a:pt x="52164" y="2470"/>
                  </a:cubicBezTo>
                  <a:cubicBezTo>
                    <a:pt x="59119" y="6980"/>
                    <a:pt x="65463" y="12312"/>
                    <a:pt x="70121" y="19246"/>
                  </a:cubicBezTo>
                  <a:cubicBezTo>
                    <a:pt x="72102" y="22113"/>
                    <a:pt x="69973" y="24937"/>
                    <a:pt x="67465" y="26454"/>
                  </a:cubicBezTo>
                  <a:cubicBezTo>
                    <a:pt x="57539" y="32103"/>
                    <a:pt x="48392" y="38910"/>
                    <a:pt x="39603" y="46181"/>
                  </a:cubicBezTo>
                  <a:cubicBezTo>
                    <a:pt x="37472" y="47878"/>
                    <a:pt x="34639" y="49556"/>
                    <a:pt x="31796" y="49556"/>
                  </a:cubicBezTo>
                  <a:cubicBezTo>
                    <a:pt x="31602" y="49556"/>
                    <a:pt x="31408" y="49549"/>
                    <a:pt x="31214" y="49532"/>
                  </a:cubicBezTo>
                  <a:cubicBezTo>
                    <a:pt x="30447" y="49478"/>
                    <a:pt x="29682" y="49453"/>
                    <a:pt x="28918" y="49453"/>
                  </a:cubicBezTo>
                  <a:cubicBezTo>
                    <a:pt x="23731" y="49453"/>
                    <a:pt x="18642" y="50606"/>
                    <a:pt x="13553" y="51598"/>
                  </a:cubicBezTo>
                  <a:cubicBezTo>
                    <a:pt x="13439" y="51609"/>
                    <a:pt x="13331" y="51615"/>
                    <a:pt x="13228" y="51615"/>
                  </a:cubicBezTo>
                  <a:cubicBezTo>
                    <a:pt x="11591" y="51615"/>
                    <a:pt x="11249" y="50236"/>
                    <a:pt x="11150" y="48689"/>
                  </a:cubicBezTo>
                  <a:lnTo>
                    <a:pt x="11150" y="48668"/>
                  </a:lnTo>
                  <a:cubicBezTo>
                    <a:pt x="11129" y="45591"/>
                    <a:pt x="10476" y="42535"/>
                    <a:pt x="9211" y="39711"/>
                  </a:cubicBezTo>
                  <a:cubicBezTo>
                    <a:pt x="7883" y="36802"/>
                    <a:pt x="6113" y="34126"/>
                    <a:pt x="4237" y="31533"/>
                  </a:cubicBezTo>
                  <a:cubicBezTo>
                    <a:pt x="3141" y="30058"/>
                    <a:pt x="2256" y="27993"/>
                    <a:pt x="2530" y="26096"/>
                  </a:cubicBezTo>
                  <a:cubicBezTo>
                    <a:pt x="3331" y="20953"/>
                    <a:pt x="3984" y="15790"/>
                    <a:pt x="5502" y="10774"/>
                  </a:cubicBezTo>
                  <a:cubicBezTo>
                    <a:pt x="6155" y="8624"/>
                    <a:pt x="8537" y="7675"/>
                    <a:pt x="10518" y="7212"/>
                  </a:cubicBezTo>
                  <a:cubicBezTo>
                    <a:pt x="20950" y="5020"/>
                    <a:pt x="31278" y="2364"/>
                    <a:pt x="41879" y="1163"/>
                  </a:cubicBezTo>
                  <a:cubicBezTo>
                    <a:pt x="43023" y="1044"/>
                    <a:pt x="44280" y="944"/>
                    <a:pt x="45555" y="944"/>
                  </a:cubicBezTo>
                  <a:close/>
                  <a:moveTo>
                    <a:pt x="50285" y="1"/>
                  </a:moveTo>
                  <a:cubicBezTo>
                    <a:pt x="49489" y="1"/>
                    <a:pt x="48726" y="24"/>
                    <a:pt x="48033" y="46"/>
                  </a:cubicBezTo>
                  <a:cubicBezTo>
                    <a:pt x="35788" y="657"/>
                    <a:pt x="23859" y="2891"/>
                    <a:pt x="11761" y="4683"/>
                  </a:cubicBezTo>
                  <a:cubicBezTo>
                    <a:pt x="9485" y="5062"/>
                    <a:pt x="6661" y="5926"/>
                    <a:pt x="5523" y="8160"/>
                  </a:cubicBezTo>
                  <a:cubicBezTo>
                    <a:pt x="3141" y="13029"/>
                    <a:pt x="1771" y="18171"/>
                    <a:pt x="486" y="23398"/>
                  </a:cubicBezTo>
                  <a:cubicBezTo>
                    <a:pt x="1" y="25379"/>
                    <a:pt x="1097" y="27571"/>
                    <a:pt x="2087" y="29194"/>
                  </a:cubicBezTo>
                  <a:cubicBezTo>
                    <a:pt x="4005" y="32229"/>
                    <a:pt x="5923" y="35243"/>
                    <a:pt x="7293" y="38573"/>
                  </a:cubicBezTo>
                  <a:cubicBezTo>
                    <a:pt x="8642" y="41819"/>
                    <a:pt x="9148" y="45212"/>
                    <a:pt x="9042" y="48732"/>
                  </a:cubicBezTo>
                  <a:cubicBezTo>
                    <a:pt x="9021" y="50144"/>
                    <a:pt x="9106" y="52631"/>
                    <a:pt x="11066" y="52631"/>
                  </a:cubicBezTo>
                  <a:cubicBezTo>
                    <a:pt x="14198" y="52595"/>
                    <a:pt x="17296" y="52383"/>
                    <a:pt x="20399" y="52383"/>
                  </a:cubicBezTo>
                  <a:cubicBezTo>
                    <a:pt x="22766" y="52383"/>
                    <a:pt x="25136" y="52506"/>
                    <a:pt x="27526" y="52926"/>
                  </a:cubicBezTo>
                  <a:cubicBezTo>
                    <a:pt x="27887" y="52997"/>
                    <a:pt x="28252" y="53030"/>
                    <a:pt x="28620" y="53030"/>
                  </a:cubicBezTo>
                  <a:cubicBezTo>
                    <a:pt x="31286" y="53030"/>
                    <a:pt x="34086" y="51293"/>
                    <a:pt x="36104" y="49849"/>
                  </a:cubicBezTo>
                  <a:cubicBezTo>
                    <a:pt x="46389" y="42240"/>
                    <a:pt x="57286" y="35622"/>
                    <a:pt x="69025" y="30438"/>
                  </a:cubicBezTo>
                  <a:cubicBezTo>
                    <a:pt x="71955" y="29068"/>
                    <a:pt x="75243" y="26222"/>
                    <a:pt x="73683" y="22618"/>
                  </a:cubicBezTo>
                  <a:cubicBezTo>
                    <a:pt x="71934" y="18361"/>
                    <a:pt x="69615" y="14357"/>
                    <a:pt x="66791" y="10710"/>
                  </a:cubicBezTo>
                  <a:cubicBezTo>
                    <a:pt x="64388" y="7633"/>
                    <a:pt x="61606" y="4936"/>
                    <a:pt x="58782" y="2238"/>
                  </a:cubicBezTo>
                  <a:cubicBezTo>
                    <a:pt x="56720" y="325"/>
                    <a:pt x="53266" y="1"/>
                    <a:pt x="50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3"/>
            <p:cNvSpPr/>
            <p:nvPr/>
          </p:nvSpPr>
          <p:spPr>
            <a:xfrm flipH="1">
              <a:off x="12963573" y="52093"/>
              <a:ext cx="3075098" cy="2318550"/>
            </a:xfrm>
            <a:custGeom>
              <a:avLst/>
              <a:gdLst/>
              <a:ahLst/>
              <a:cxnLst/>
              <a:rect l="l" t="t" r="r" b="b"/>
              <a:pathLst>
                <a:path w="63693" h="48023" extrusionOk="0">
                  <a:moveTo>
                    <a:pt x="32911" y="1541"/>
                  </a:moveTo>
                  <a:cubicBezTo>
                    <a:pt x="34269" y="1541"/>
                    <a:pt x="35613" y="1729"/>
                    <a:pt x="36863" y="2198"/>
                  </a:cubicBezTo>
                  <a:cubicBezTo>
                    <a:pt x="44050" y="4917"/>
                    <a:pt x="50963" y="8183"/>
                    <a:pt x="57223" y="12652"/>
                  </a:cubicBezTo>
                  <a:cubicBezTo>
                    <a:pt x="59204" y="14232"/>
                    <a:pt x="59204" y="16150"/>
                    <a:pt x="57497" y="17963"/>
                  </a:cubicBezTo>
                  <a:cubicBezTo>
                    <a:pt x="51279" y="23885"/>
                    <a:pt x="45652" y="30376"/>
                    <a:pt x="39940" y="36762"/>
                  </a:cubicBezTo>
                  <a:cubicBezTo>
                    <a:pt x="38128" y="38786"/>
                    <a:pt x="35430" y="40303"/>
                    <a:pt x="32711" y="40535"/>
                  </a:cubicBezTo>
                  <a:cubicBezTo>
                    <a:pt x="26346" y="41420"/>
                    <a:pt x="20234" y="43549"/>
                    <a:pt x="14354" y="46078"/>
                  </a:cubicBezTo>
                  <a:cubicBezTo>
                    <a:pt x="13904" y="46237"/>
                    <a:pt x="13455" y="46335"/>
                    <a:pt x="13042" y="46335"/>
                  </a:cubicBezTo>
                  <a:cubicBezTo>
                    <a:pt x="12196" y="46335"/>
                    <a:pt x="11503" y="45925"/>
                    <a:pt x="11277" y="44792"/>
                  </a:cubicBezTo>
                  <a:cubicBezTo>
                    <a:pt x="10160" y="40050"/>
                    <a:pt x="7125" y="36109"/>
                    <a:pt x="3921" y="32526"/>
                  </a:cubicBezTo>
                  <a:cubicBezTo>
                    <a:pt x="2846" y="31304"/>
                    <a:pt x="2130" y="29576"/>
                    <a:pt x="2235" y="27953"/>
                  </a:cubicBezTo>
                  <a:cubicBezTo>
                    <a:pt x="2446" y="23084"/>
                    <a:pt x="2235" y="18216"/>
                    <a:pt x="2319" y="13368"/>
                  </a:cubicBezTo>
                  <a:cubicBezTo>
                    <a:pt x="2383" y="11534"/>
                    <a:pt x="3858" y="10460"/>
                    <a:pt x="5396" y="9827"/>
                  </a:cubicBezTo>
                  <a:cubicBezTo>
                    <a:pt x="12963" y="7066"/>
                    <a:pt x="20466" y="4242"/>
                    <a:pt x="28264" y="2156"/>
                  </a:cubicBezTo>
                  <a:cubicBezTo>
                    <a:pt x="29746" y="1794"/>
                    <a:pt x="31337" y="1541"/>
                    <a:pt x="32911" y="1541"/>
                  </a:cubicBezTo>
                  <a:close/>
                  <a:moveTo>
                    <a:pt x="36767" y="0"/>
                  </a:moveTo>
                  <a:cubicBezTo>
                    <a:pt x="35269" y="0"/>
                    <a:pt x="33766" y="188"/>
                    <a:pt x="32395" y="427"/>
                  </a:cubicBezTo>
                  <a:cubicBezTo>
                    <a:pt x="23248" y="2219"/>
                    <a:pt x="14396" y="4938"/>
                    <a:pt x="5439" y="7446"/>
                  </a:cubicBezTo>
                  <a:cubicBezTo>
                    <a:pt x="3753" y="7994"/>
                    <a:pt x="1729" y="9026"/>
                    <a:pt x="1476" y="11029"/>
                  </a:cubicBezTo>
                  <a:cubicBezTo>
                    <a:pt x="739" y="16024"/>
                    <a:pt x="591" y="21103"/>
                    <a:pt x="149" y="26140"/>
                  </a:cubicBezTo>
                  <a:cubicBezTo>
                    <a:pt x="1" y="27889"/>
                    <a:pt x="781" y="29786"/>
                    <a:pt x="1877" y="31135"/>
                  </a:cubicBezTo>
                  <a:cubicBezTo>
                    <a:pt x="5354" y="35540"/>
                    <a:pt x="8305" y="40156"/>
                    <a:pt x="8937" y="45846"/>
                  </a:cubicBezTo>
                  <a:cubicBezTo>
                    <a:pt x="9145" y="47234"/>
                    <a:pt x="9697" y="48022"/>
                    <a:pt x="10861" y="48022"/>
                  </a:cubicBezTo>
                  <a:cubicBezTo>
                    <a:pt x="11111" y="48022"/>
                    <a:pt x="11389" y="47986"/>
                    <a:pt x="11698" y="47912"/>
                  </a:cubicBezTo>
                  <a:cubicBezTo>
                    <a:pt x="17557" y="45973"/>
                    <a:pt x="23754" y="43992"/>
                    <a:pt x="29971" y="43907"/>
                  </a:cubicBezTo>
                  <a:cubicBezTo>
                    <a:pt x="32922" y="43907"/>
                    <a:pt x="35767" y="42242"/>
                    <a:pt x="37896" y="40303"/>
                  </a:cubicBezTo>
                  <a:cubicBezTo>
                    <a:pt x="45146" y="33454"/>
                    <a:pt x="52502" y="26709"/>
                    <a:pt x="60553" y="20808"/>
                  </a:cubicBezTo>
                  <a:cubicBezTo>
                    <a:pt x="62681" y="19143"/>
                    <a:pt x="63693" y="16508"/>
                    <a:pt x="61522" y="14359"/>
                  </a:cubicBezTo>
                  <a:cubicBezTo>
                    <a:pt x="55789" y="8774"/>
                    <a:pt x="49066" y="4558"/>
                    <a:pt x="41900" y="1039"/>
                  </a:cubicBezTo>
                  <a:cubicBezTo>
                    <a:pt x="40350" y="269"/>
                    <a:pt x="38561" y="0"/>
                    <a:pt x="36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3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3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3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3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53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54"/>
          <p:cNvGrpSpPr/>
          <p:nvPr/>
        </p:nvGrpSpPr>
        <p:grpSpPr>
          <a:xfrm rot="-6307791">
            <a:off x="-3691484" y="922733"/>
            <a:ext cx="5437475" cy="4025441"/>
            <a:chOff x="12463924" y="-129923"/>
            <a:chExt cx="4010233" cy="2968834"/>
          </a:xfrm>
        </p:grpSpPr>
        <p:sp>
          <p:nvSpPr>
            <p:cNvPr id="714" name="Google Shape;714;p54"/>
            <p:cNvSpPr/>
            <p:nvPr/>
          </p:nvSpPr>
          <p:spPr>
            <a:xfrm flipH="1">
              <a:off x="12463924" y="-129923"/>
              <a:ext cx="4010233" cy="2968834"/>
            </a:xfrm>
            <a:custGeom>
              <a:avLst/>
              <a:gdLst/>
              <a:ahLst/>
              <a:cxnLst/>
              <a:rect l="l" t="t" r="r" b="b"/>
              <a:pathLst>
                <a:path w="83062" h="61492" extrusionOk="0">
                  <a:moveTo>
                    <a:pt x="56422" y="868"/>
                  </a:moveTo>
                  <a:cubicBezTo>
                    <a:pt x="57440" y="868"/>
                    <a:pt x="58459" y="875"/>
                    <a:pt x="59477" y="889"/>
                  </a:cubicBezTo>
                  <a:cubicBezTo>
                    <a:pt x="61859" y="952"/>
                    <a:pt x="64261" y="1141"/>
                    <a:pt x="66559" y="1816"/>
                  </a:cubicBezTo>
                  <a:cubicBezTo>
                    <a:pt x="67950" y="2237"/>
                    <a:pt x="69594" y="2806"/>
                    <a:pt x="70458" y="4050"/>
                  </a:cubicBezTo>
                  <a:cubicBezTo>
                    <a:pt x="72587" y="7253"/>
                    <a:pt x="74757" y="10478"/>
                    <a:pt x="76443" y="13956"/>
                  </a:cubicBezTo>
                  <a:cubicBezTo>
                    <a:pt x="78593" y="18466"/>
                    <a:pt x="80132" y="23250"/>
                    <a:pt x="81038" y="28161"/>
                  </a:cubicBezTo>
                  <a:cubicBezTo>
                    <a:pt x="81818" y="32460"/>
                    <a:pt x="77561" y="35179"/>
                    <a:pt x="74083" y="36402"/>
                  </a:cubicBezTo>
                  <a:cubicBezTo>
                    <a:pt x="60784" y="40849"/>
                    <a:pt x="48159" y="47108"/>
                    <a:pt x="36567" y="55033"/>
                  </a:cubicBezTo>
                  <a:cubicBezTo>
                    <a:pt x="34776" y="56210"/>
                    <a:pt x="31958" y="58031"/>
                    <a:pt x="29483" y="58031"/>
                  </a:cubicBezTo>
                  <a:cubicBezTo>
                    <a:pt x="28989" y="58031"/>
                    <a:pt x="28509" y="57959"/>
                    <a:pt x="28053" y="57794"/>
                  </a:cubicBezTo>
                  <a:cubicBezTo>
                    <a:pt x="23268" y="56023"/>
                    <a:pt x="18189" y="55834"/>
                    <a:pt x="13257" y="54696"/>
                  </a:cubicBezTo>
                  <a:cubicBezTo>
                    <a:pt x="11318" y="54295"/>
                    <a:pt x="11487" y="51155"/>
                    <a:pt x="11571" y="49764"/>
                  </a:cubicBezTo>
                  <a:lnTo>
                    <a:pt x="11571" y="49743"/>
                  </a:lnTo>
                  <a:cubicBezTo>
                    <a:pt x="11824" y="45928"/>
                    <a:pt x="11255" y="42092"/>
                    <a:pt x="9864" y="38530"/>
                  </a:cubicBezTo>
                  <a:cubicBezTo>
                    <a:pt x="8431" y="34821"/>
                    <a:pt x="6429" y="31343"/>
                    <a:pt x="4426" y="27908"/>
                  </a:cubicBezTo>
                  <a:cubicBezTo>
                    <a:pt x="3520" y="26264"/>
                    <a:pt x="2256" y="23861"/>
                    <a:pt x="2993" y="21922"/>
                  </a:cubicBezTo>
                  <a:cubicBezTo>
                    <a:pt x="5017" y="16653"/>
                    <a:pt x="7314" y="11637"/>
                    <a:pt x="10623" y="7022"/>
                  </a:cubicBezTo>
                  <a:cubicBezTo>
                    <a:pt x="12351" y="4724"/>
                    <a:pt x="15576" y="3945"/>
                    <a:pt x="18273" y="3649"/>
                  </a:cubicBezTo>
                  <a:cubicBezTo>
                    <a:pt x="24322" y="3080"/>
                    <a:pt x="30329" y="2280"/>
                    <a:pt x="36378" y="1753"/>
                  </a:cubicBezTo>
                  <a:cubicBezTo>
                    <a:pt x="43037" y="1167"/>
                    <a:pt x="49727" y="868"/>
                    <a:pt x="56422" y="868"/>
                  </a:cubicBezTo>
                  <a:close/>
                  <a:moveTo>
                    <a:pt x="48930" y="1"/>
                  </a:moveTo>
                  <a:cubicBezTo>
                    <a:pt x="46530" y="1"/>
                    <a:pt x="44130" y="37"/>
                    <a:pt x="41731" y="109"/>
                  </a:cubicBezTo>
                  <a:cubicBezTo>
                    <a:pt x="34881" y="298"/>
                    <a:pt x="28032" y="783"/>
                    <a:pt x="21182" y="1078"/>
                  </a:cubicBezTo>
                  <a:cubicBezTo>
                    <a:pt x="18020" y="1205"/>
                    <a:pt x="14227" y="2006"/>
                    <a:pt x="11908" y="4345"/>
                  </a:cubicBezTo>
                  <a:cubicBezTo>
                    <a:pt x="7609" y="8687"/>
                    <a:pt x="4237" y="13513"/>
                    <a:pt x="1054" y="18698"/>
                  </a:cubicBezTo>
                  <a:cubicBezTo>
                    <a:pt x="0" y="20468"/>
                    <a:pt x="1412" y="23166"/>
                    <a:pt x="2234" y="24725"/>
                  </a:cubicBezTo>
                  <a:cubicBezTo>
                    <a:pt x="6281" y="32229"/>
                    <a:pt x="10264" y="39879"/>
                    <a:pt x="9674" y="48626"/>
                  </a:cubicBezTo>
                  <a:cubicBezTo>
                    <a:pt x="9569" y="50312"/>
                    <a:pt x="9295" y="53621"/>
                    <a:pt x="11108" y="54611"/>
                  </a:cubicBezTo>
                  <a:cubicBezTo>
                    <a:pt x="15281" y="56951"/>
                    <a:pt x="19896" y="58342"/>
                    <a:pt x="23859" y="61039"/>
                  </a:cubicBezTo>
                  <a:cubicBezTo>
                    <a:pt x="24353" y="61359"/>
                    <a:pt x="24914" y="61492"/>
                    <a:pt x="25509" y="61492"/>
                  </a:cubicBezTo>
                  <a:cubicBezTo>
                    <a:pt x="27780" y="61492"/>
                    <a:pt x="30554" y="59551"/>
                    <a:pt x="32057" y="58616"/>
                  </a:cubicBezTo>
                  <a:cubicBezTo>
                    <a:pt x="44808" y="50417"/>
                    <a:pt x="58697" y="44769"/>
                    <a:pt x="73430" y="41249"/>
                  </a:cubicBezTo>
                  <a:cubicBezTo>
                    <a:pt x="77518" y="40216"/>
                    <a:pt x="82703" y="37645"/>
                    <a:pt x="82872" y="32798"/>
                  </a:cubicBezTo>
                  <a:cubicBezTo>
                    <a:pt x="83061" y="27339"/>
                    <a:pt x="82556" y="21880"/>
                    <a:pt x="81396" y="16527"/>
                  </a:cubicBezTo>
                  <a:cubicBezTo>
                    <a:pt x="80532" y="12586"/>
                    <a:pt x="79183" y="8792"/>
                    <a:pt x="77940" y="4956"/>
                  </a:cubicBezTo>
                  <a:cubicBezTo>
                    <a:pt x="77434" y="3523"/>
                    <a:pt x="75790" y="2743"/>
                    <a:pt x="74483" y="2237"/>
                  </a:cubicBezTo>
                  <a:cubicBezTo>
                    <a:pt x="72144" y="1310"/>
                    <a:pt x="69594" y="931"/>
                    <a:pt x="67086" y="699"/>
                  </a:cubicBezTo>
                  <a:cubicBezTo>
                    <a:pt x="61048" y="231"/>
                    <a:pt x="54988" y="1"/>
                    <a:pt x="48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4"/>
            <p:cNvSpPr/>
            <p:nvPr/>
          </p:nvSpPr>
          <p:spPr>
            <a:xfrm flipH="1">
              <a:off x="12622668" y="-56682"/>
              <a:ext cx="3632732" cy="2560337"/>
            </a:xfrm>
            <a:custGeom>
              <a:avLst/>
              <a:gdLst/>
              <a:ahLst/>
              <a:cxnLst/>
              <a:rect l="l" t="t" r="r" b="b"/>
              <a:pathLst>
                <a:path w="75243" h="53031" extrusionOk="0">
                  <a:moveTo>
                    <a:pt x="45555" y="944"/>
                  </a:moveTo>
                  <a:cubicBezTo>
                    <a:pt x="47895" y="944"/>
                    <a:pt x="50295" y="1283"/>
                    <a:pt x="52164" y="2470"/>
                  </a:cubicBezTo>
                  <a:cubicBezTo>
                    <a:pt x="59119" y="6980"/>
                    <a:pt x="65463" y="12312"/>
                    <a:pt x="70121" y="19246"/>
                  </a:cubicBezTo>
                  <a:cubicBezTo>
                    <a:pt x="72102" y="22113"/>
                    <a:pt x="69973" y="24937"/>
                    <a:pt x="67465" y="26454"/>
                  </a:cubicBezTo>
                  <a:cubicBezTo>
                    <a:pt x="57539" y="32103"/>
                    <a:pt x="48392" y="38910"/>
                    <a:pt x="39603" y="46181"/>
                  </a:cubicBezTo>
                  <a:cubicBezTo>
                    <a:pt x="37472" y="47878"/>
                    <a:pt x="34639" y="49556"/>
                    <a:pt x="31796" y="49556"/>
                  </a:cubicBezTo>
                  <a:cubicBezTo>
                    <a:pt x="31602" y="49556"/>
                    <a:pt x="31408" y="49549"/>
                    <a:pt x="31214" y="49532"/>
                  </a:cubicBezTo>
                  <a:cubicBezTo>
                    <a:pt x="30447" y="49478"/>
                    <a:pt x="29682" y="49453"/>
                    <a:pt x="28918" y="49453"/>
                  </a:cubicBezTo>
                  <a:cubicBezTo>
                    <a:pt x="23731" y="49453"/>
                    <a:pt x="18642" y="50606"/>
                    <a:pt x="13553" y="51598"/>
                  </a:cubicBezTo>
                  <a:cubicBezTo>
                    <a:pt x="13439" y="51609"/>
                    <a:pt x="13331" y="51615"/>
                    <a:pt x="13228" y="51615"/>
                  </a:cubicBezTo>
                  <a:cubicBezTo>
                    <a:pt x="11591" y="51615"/>
                    <a:pt x="11249" y="50236"/>
                    <a:pt x="11150" y="48689"/>
                  </a:cubicBezTo>
                  <a:lnTo>
                    <a:pt x="11150" y="48668"/>
                  </a:lnTo>
                  <a:cubicBezTo>
                    <a:pt x="11129" y="45591"/>
                    <a:pt x="10476" y="42535"/>
                    <a:pt x="9211" y="39711"/>
                  </a:cubicBezTo>
                  <a:cubicBezTo>
                    <a:pt x="7883" y="36802"/>
                    <a:pt x="6113" y="34126"/>
                    <a:pt x="4237" y="31533"/>
                  </a:cubicBezTo>
                  <a:cubicBezTo>
                    <a:pt x="3141" y="30058"/>
                    <a:pt x="2256" y="27993"/>
                    <a:pt x="2530" y="26096"/>
                  </a:cubicBezTo>
                  <a:cubicBezTo>
                    <a:pt x="3331" y="20953"/>
                    <a:pt x="3984" y="15790"/>
                    <a:pt x="5502" y="10774"/>
                  </a:cubicBezTo>
                  <a:cubicBezTo>
                    <a:pt x="6155" y="8624"/>
                    <a:pt x="8537" y="7675"/>
                    <a:pt x="10518" y="7212"/>
                  </a:cubicBezTo>
                  <a:cubicBezTo>
                    <a:pt x="20950" y="5020"/>
                    <a:pt x="31278" y="2364"/>
                    <a:pt x="41879" y="1163"/>
                  </a:cubicBezTo>
                  <a:cubicBezTo>
                    <a:pt x="43023" y="1044"/>
                    <a:pt x="44280" y="944"/>
                    <a:pt x="45555" y="944"/>
                  </a:cubicBezTo>
                  <a:close/>
                  <a:moveTo>
                    <a:pt x="50285" y="1"/>
                  </a:moveTo>
                  <a:cubicBezTo>
                    <a:pt x="49489" y="1"/>
                    <a:pt x="48726" y="24"/>
                    <a:pt x="48033" y="46"/>
                  </a:cubicBezTo>
                  <a:cubicBezTo>
                    <a:pt x="35788" y="657"/>
                    <a:pt x="23859" y="2891"/>
                    <a:pt x="11761" y="4683"/>
                  </a:cubicBezTo>
                  <a:cubicBezTo>
                    <a:pt x="9485" y="5062"/>
                    <a:pt x="6661" y="5926"/>
                    <a:pt x="5523" y="8160"/>
                  </a:cubicBezTo>
                  <a:cubicBezTo>
                    <a:pt x="3141" y="13029"/>
                    <a:pt x="1771" y="18171"/>
                    <a:pt x="486" y="23398"/>
                  </a:cubicBezTo>
                  <a:cubicBezTo>
                    <a:pt x="1" y="25379"/>
                    <a:pt x="1097" y="27571"/>
                    <a:pt x="2087" y="29194"/>
                  </a:cubicBezTo>
                  <a:cubicBezTo>
                    <a:pt x="4005" y="32229"/>
                    <a:pt x="5923" y="35243"/>
                    <a:pt x="7293" y="38573"/>
                  </a:cubicBezTo>
                  <a:cubicBezTo>
                    <a:pt x="8642" y="41819"/>
                    <a:pt x="9148" y="45212"/>
                    <a:pt x="9042" y="48732"/>
                  </a:cubicBezTo>
                  <a:cubicBezTo>
                    <a:pt x="9021" y="50144"/>
                    <a:pt x="9106" y="52631"/>
                    <a:pt x="11066" y="52631"/>
                  </a:cubicBezTo>
                  <a:cubicBezTo>
                    <a:pt x="14198" y="52595"/>
                    <a:pt x="17296" y="52383"/>
                    <a:pt x="20399" y="52383"/>
                  </a:cubicBezTo>
                  <a:cubicBezTo>
                    <a:pt x="22766" y="52383"/>
                    <a:pt x="25136" y="52506"/>
                    <a:pt x="27526" y="52926"/>
                  </a:cubicBezTo>
                  <a:cubicBezTo>
                    <a:pt x="27887" y="52997"/>
                    <a:pt x="28252" y="53030"/>
                    <a:pt x="28620" y="53030"/>
                  </a:cubicBezTo>
                  <a:cubicBezTo>
                    <a:pt x="31286" y="53030"/>
                    <a:pt x="34086" y="51293"/>
                    <a:pt x="36104" y="49849"/>
                  </a:cubicBezTo>
                  <a:cubicBezTo>
                    <a:pt x="46389" y="42240"/>
                    <a:pt x="57286" y="35622"/>
                    <a:pt x="69025" y="30438"/>
                  </a:cubicBezTo>
                  <a:cubicBezTo>
                    <a:pt x="71955" y="29068"/>
                    <a:pt x="75243" y="26222"/>
                    <a:pt x="73683" y="22618"/>
                  </a:cubicBezTo>
                  <a:cubicBezTo>
                    <a:pt x="71934" y="18361"/>
                    <a:pt x="69615" y="14357"/>
                    <a:pt x="66791" y="10710"/>
                  </a:cubicBezTo>
                  <a:cubicBezTo>
                    <a:pt x="64388" y="7633"/>
                    <a:pt x="61606" y="4936"/>
                    <a:pt x="58782" y="2238"/>
                  </a:cubicBezTo>
                  <a:cubicBezTo>
                    <a:pt x="56720" y="325"/>
                    <a:pt x="53266" y="1"/>
                    <a:pt x="502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4"/>
            <p:cNvSpPr/>
            <p:nvPr/>
          </p:nvSpPr>
          <p:spPr>
            <a:xfrm flipH="1">
              <a:off x="12963573" y="52093"/>
              <a:ext cx="3075098" cy="2318550"/>
            </a:xfrm>
            <a:custGeom>
              <a:avLst/>
              <a:gdLst/>
              <a:ahLst/>
              <a:cxnLst/>
              <a:rect l="l" t="t" r="r" b="b"/>
              <a:pathLst>
                <a:path w="63693" h="48023" extrusionOk="0">
                  <a:moveTo>
                    <a:pt x="32911" y="1541"/>
                  </a:moveTo>
                  <a:cubicBezTo>
                    <a:pt x="34269" y="1541"/>
                    <a:pt x="35613" y="1729"/>
                    <a:pt x="36863" y="2198"/>
                  </a:cubicBezTo>
                  <a:cubicBezTo>
                    <a:pt x="44050" y="4917"/>
                    <a:pt x="50963" y="8183"/>
                    <a:pt x="57223" y="12652"/>
                  </a:cubicBezTo>
                  <a:cubicBezTo>
                    <a:pt x="59204" y="14232"/>
                    <a:pt x="59204" y="16150"/>
                    <a:pt x="57497" y="17963"/>
                  </a:cubicBezTo>
                  <a:cubicBezTo>
                    <a:pt x="51279" y="23885"/>
                    <a:pt x="45652" y="30376"/>
                    <a:pt x="39940" y="36762"/>
                  </a:cubicBezTo>
                  <a:cubicBezTo>
                    <a:pt x="38128" y="38786"/>
                    <a:pt x="35430" y="40303"/>
                    <a:pt x="32711" y="40535"/>
                  </a:cubicBezTo>
                  <a:cubicBezTo>
                    <a:pt x="26346" y="41420"/>
                    <a:pt x="20234" y="43549"/>
                    <a:pt x="14354" y="46078"/>
                  </a:cubicBezTo>
                  <a:cubicBezTo>
                    <a:pt x="13904" y="46237"/>
                    <a:pt x="13455" y="46335"/>
                    <a:pt x="13042" y="46335"/>
                  </a:cubicBezTo>
                  <a:cubicBezTo>
                    <a:pt x="12196" y="46335"/>
                    <a:pt x="11503" y="45925"/>
                    <a:pt x="11277" y="44792"/>
                  </a:cubicBezTo>
                  <a:cubicBezTo>
                    <a:pt x="10160" y="40050"/>
                    <a:pt x="7125" y="36109"/>
                    <a:pt x="3921" y="32526"/>
                  </a:cubicBezTo>
                  <a:cubicBezTo>
                    <a:pt x="2846" y="31304"/>
                    <a:pt x="2130" y="29576"/>
                    <a:pt x="2235" y="27953"/>
                  </a:cubicBezTo>
                  <a:cubicBezTo>
                    <a:pt x="2446" y="23084"/>
                    <a:pt x="2235" y="18216"/>
                    <a:pt x="2319" y="13368"/>
                  </a:cubicBezTo>
                  <a:cubicBezTo>
                    <a:pt x="2383" y="11534"/>
                    <a:pt x="3858" y="10460"/>
                    <a:pt x="5396" y="9827"/>
                  </a:cubicBezTo>
                  <a:cubicBezTo>
                    <a:pt x="12963" y="7066"/>
                    <a:pt x="20466" y="4242"/>
                    <a:pt x="28264" y="2156"/>
                  </a:cubicBezTo>
                  <a:cubicBezTo>
                    <a:pt x="29746" y="1794"/>
                    <a:pt x="31337" y="1541"/>
                    <a:pt x="32911" y="1541"/>
                  </a:cubicBezTo>
                  <a:close/>
                  <a:moveTo>
                    <a:pt x="36767" y="0"/>
                  </a:moveTo>
                  <a:cubicBezTo>
                    <a:pt x="35269" y="0"/>
                    <a:pt x="33766" y="188"/>
                    <a:pt x="32395" y="427"/>
                  </a:cubicBezTo>
                  <a:cubicBezTo>
                    <a:pt x="23248" y="2219"/>
                    <a:pt x="14396" y="4938"/>
                    <a:pt x="5439" y="7446"/>
                  </a:cubicBezTo>
                  <a:cubicBezTo>
                    <a:pt x="3753" y="7994"/>
                    <a:pt x="1729" y="9026"/>
                    <a:pt x="1476" y="11029"/>
                  </a:cubicBezTo>
                  <a:cubicBezTo>
                    <a:pt x="739" y="16024"/>
                    <a:pt x="591" y="21103"/>
                    <a:pt x="149" y="26140"/>
                  </a:cubicBezTo>
                  <a:cubicBezTo>
                    <a:pt x="1" y="27889"/>
                    <a:pt x="781" y="29786"/>
                    <a:pt x="1877" y="31135"/>
                  </a:cubicBezTo>
                  <a:cubicBezTo>
                    <a:pt x="5354" y="35540"/>
                    <a:pt x="8305" y="40156"/>
                    <a:pt x="8937" y="45846"/>
                  </a:cubicBezTo>
                  <a:cubicBezTo>
                    <a:pt x="9145" y="47234"/>
                    <a:pt x="9697" y="48022"/>
                    <a:pt x="10861" y="48022"/>
                  </a:cubicBezTo>
                  <a:cubicBezTo>
                    <a:pt x="11111" y="48022"/>
                    <a:pt x="11389" y="47986"/>
                    <a:pt x="11698" y="47912"/>
                  </a:cubicBezTo>
                  <a:cubicBezTo>
                    <a:pt x="17557" y="45973"/>
                    <a:pt x="23754" y="43992"/>
                    <a:pt x="29971" y="43907"/>
                  </a:cubicBezTo>
                  <a:cubicBezTo>
                    <a:pt x="32922" y="43907"/>
                    <a:pt x="35767" y="42242"/>
                    <a:pt x="37896" y="40303"/>
                  </a:cubicBezTo>
                  <a:cubicBezTo>
                    <a:pt x="45146" y="33454"/>
                    <a:pt x="52502" y="26709"/>
                    <a:pt x="60553" y="20808"/>
                  </a:cubicBezTo>
                  <a:cubicBezTo>
                    <a:pt x="62681" y="19143"/>
                    <a:pt x="63693" y="16508"/>
                    <a:pt x="61522" y="14359"/>
                  </a:cubicBezTo>
                  <a:cubicBezTo>
                    <a:pt x="55789" y="8774"/>
                    <a:pt x="49066" y="4558"/>
                    <a:pt x="41900" y="1039"/>
                  </a:cubicBezTo>
                  <a:cubicBezTo>
                    <a:pt x="40350" y="269"/>
                    <a:pt x="38561" y="0"/>
                    <a:pt x="367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4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4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4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4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4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2" name="Google Shape;722;p54"/>
          <p:cNvGrpSpPr/>
          <p:nvPr/>
        </p:nvGrpSpPr>
        <p:grpSpPr>
          <a:xfrm rot="277670">
            <a:off x="7299628" y="4268708"/>
            <a:ext cx="4169589" cy="3143770"/>
            <a:chOff x="12963573" y="52093"/>
            <a:chExt cx="3075098" cy="2318550"/>
          </a:xfrm>
        </p:grpSpPr>
        <p:sp>
          <p:nvSpPr>
            <p:cNvPr id="723" name="Google Shape;723;p54"/>
            <p:cNvSpPr/>
            <p:nvPr/>
          </p:nvSpPr>
          <p:spPr>
            <a:xfrm flipH="1">
              <a:off x="12963573" y="52093"/>
              <a:ext cx="3075098" cy="2318550"/>
            </a:xfrm>
            <a:custGeom>
              <a:avLst/>
              <a:gdLst/>
              <a:ahLst/>
              <a:cxnLst/>
              <a:rect l="l" t="t" r="r" b="b"/>
              <a:pathLst>
                <a:path w="63693" h="48023" extrusionOk="0">
                  <a:moveTo>
                    <a:pt x="32911" y="1541"/>
                  </a:moveTo>
                  <a:cubicBezTo>
                    <a:pt x="34269" y="1541"/>
                    <a:pt x="35613" y="1729"/>
                    <a:pt x="36863" y="2198"/>
                  </a:cubicBezTo>
                  <a:cubicBezTo>
                    <a:pt x="44050" y="4917"/>
                    <a:pt x="50963" y="8183"/>
                    <a:pt x="57223" y="12652"/>
                  </a:cubicBezTo>
                  <a:cubicBezTo>
                    <a:pt x="59204" y="14232"/>
                    <a:pt x="59204" y="16150"/>
                    <a:pt x="57497" y="17963"/>
                  </a:cubicBezTo>
                  <a:cubicBezTo>
                    <a:pt x="51279" y="23885"/>
                    <a:pt x="45652" y="30376"/>
                    <a:pt x="39940" y="36762"/>
                  </a:cubicBezTo>
                  <a:cubicBezTo>
                    <a:pt x="38128" y="38786"/>
                    <a:pt x="35430" y="40303"/>
                    <a:pt x="32711" y="40535"/>
                  </a:cubicBezTo>
                  <a:cubicBezTo>
                    <a:pt x="26346" y="41420"/>
                    <a:pt x="20234" y="43549"/>
                    <a:pt x="14354" y="46078"/>
                  </a:cubicBezTo>
                  <a:cubicBezTo>
                    <a:pt x="13904" y="46237"/>
                    <a:pt x="13455" y="46335"/>
                    <a:pt x="13042" y="46335"/>
                  </a:cubicBezTo>
                  <a:cubicBezTo>
                    <a:pt x="12196" y="46335"/>
                    <a:pt x="11503" y="45925"/>
                    <a:pt x="11277" y="44792"/>
                  </a:cubicBezTo>
                  <a:cubicBezTo>
                    <a:pt x="10160" y="40050"/>
                    <a:pt x="7125" y="36109"/>
                    <a:pt x="3921" y="32526"/>
                  </a:cubicBezTo>
                  <a:cubicBezTo>
                    <a:pt x="2846" y="31304"/>
                    <a:pt x="2130" y="29576"/>
                    <a:pt x="2235" y="27953"/>
                  </a:cubicBezTo>
                  <a:cubicBezTo>
                    <a:pt x="2446" y="23084"/>
                    <a:pt x="2235" y="18216"/>
                    <a:pt x="2319" y="13368"/>
                  </a:cubicBezTo>
                  <a:cubicBezTo>
                    <a:pt x="2383" y="11534"/>
                    <a:pt x="3858" y="10460"/>
                    <a:pt x="5396" y="9827"/>
                  </a:cubicBezTo>
                  <a:cubicBezTo>
                    <a:pt x="12963" y="7066"/>
                    <a:pt x="20466" y="4242"/>
                    <a:pt x="28264" y="2156"/>
                  </a:cubicBezTo>
                  <a:cubicBezTo>
                    <a:pt x="29746" y="1794"/>
                    <a:pt x="31337" y="1541"/>
                    <a:pt x="32911" y="1541"/>
                  </a:cubicBezTo>
                  <a:close/>
                  <a:moveTo>
                    <a:pt x="36767" y="0"/>
                  </a:moveTo>
                  <a:cubicBezTo>
                    <a:pt x="35269" y="0"/>
                    <a:pt x="33766" y="188"/>
                    <a:pt x="32395" y="427"/>
                  </a:cubicBezTo>
                  <a:cubicBezTo>
                    <a:pt x="23248" y="2219"/>
                    <a:pt x="14396" y="4938"/>
                    <a:pt x="5439" y="7446"/>
                  </a:cubicBezTo>
                  <a:cubicBezTo>
                    <a:pt x="3753" y="7994"/>
                    <a:pt x="1729" y="9026"/>
                    <a:pt x="1476" y="11029"/>
                  </a:cubicBezTo>
                  <a:cubicBezTo>
                    <a:pt x="739" y="16024"/>
                    <a:pt x="591" y="21103"/>
                    <a:pt x="149" y="26140"/>
                  </a:cubicBezTo>
                  <a:cubicBezTo>
                    <a:pt x="1" y="27889"/>
                    <a:pt x="781" y="29786"/>
                    <a:pt x="1877" y="31135"/>
                  </a:cubicBezTo>
                  <a:cubicBezTo>
                    <a:pt x="5354" y="35540"/>
                    <a:pt x="8305" y="40156"/>
                    <a:pt x="8937" y="45846"/>
                  </a:cubicBezTo>
                  <a:cubicBezTo>
                    <a:pt x="9145" y="47234"/>
                    <a:pt x="9697" y="48022"/>
                    <a:pt x="10861" y="48022"/>
                  </a:cubicBezTo>
                  <a:cubicBezTo>
                    <a:pt x="11111" y="48022"/>
                    <a:pt x="11389" y="47986"/>
                    <a:pt x="11698" y="47912"/>
                  </a:cubicBezTo>
                  <a:cubicBezTo>
                    <a:pt x="17557" y="45973"/>
                    <a:pt x="23754" y="43992"/>
                    <a:pt x="29971" y="43907"/>
                  </a:cubicBezTo>
                  <a:cubicBezTo>
                    <a:pt x="32922" y="43907"/>
                    <a:pt x="35767" y="42242"/>
                    <a:pt x="37896" y="40303"/>
                  </a:cubicBezTo>
                  <a:cubicBezTo>
                    <a:pt x="45146" y="33454"/>
                    <a:pt x="52502" y="26709"/>
                    <a:pt x="60553" y="20808"/>
                  </a:cubicBezTo>
                  <a:cubicBezTo>
                    <a:pt x="62681" y="19143"/>
                    <a:pt x="63693" y="16508"/>
                    <a:pt x="61522" y="14359"/>
                  </a:cubicBezTo>
                  <a:cubicBezTo>
                    <a:pt x="55789" y="8774"/>
                    <a:pt x="49066" y="4558"/>
                    <a:pt x="41900" y="1039"/>
                  </a:cubicBezTo>
                  <a:cubicBezTo>
                    <a:pt x="40350" y="269"/>
                    <a:pt x="38561" y="0"/>
                    <a:pt x="367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4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4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54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54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4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"/>
              <a:buChar char="●"/>
              <a:defRPr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●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●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59" r:id="rId5"/>
    <p:sldLayoutId id="2147483672" r:id="rId6"/>
    <p:sldLayoutId id="2147483699" r:id="rId7"/>
    <p:sldLayoutId id="214748370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1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3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slide" Target="slide2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" Target="slide3.xm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slide" Target="slide2.xml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" Target="slide3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slide" Target="slide2.xml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slide" Target="slid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slide" Target="slid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slide" Target="slide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slide" Target="slid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slide" Target="slide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51.png"/><Relationship Id="rId4" Type="http://schemas.openxmlformats.org/officeDocument/2006/relationships/slide" Target="slide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52.png"/><Relationship Id="rId4" Type="http://schemas.openxmlformats.org/officeDocument/2006/relationships/slide" Target="slide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53.png"/><Relationship Id="rId4" Type="http://schemas.openxmlformats.org/officeDocument/2006/relationships/slide" Target="slide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slide" Target="slide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7"/>
          <p:cNvSpPr txBox="1">
            <a:spLocks noGrp="1"/>
          </p:cNvSpPr>
          <p:nvPr>
            <p:ph type="ctrTitle"/>
          </p:nvPr>
        </p:nvSpPr>
        <p:spPr>
          <a:xfrm>
            <a:off x="1024800" y="892969"/>
            <a:ext cx="6002400" cy="21170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Lecture 2</a:t>
            </a:r>
            <a:br>
              <a:rPr lang="en" sz="3000" dirty="0"/>
            </a:br>
            <a:br>
              <a:rPr lang="en" sz="3000" dirty="0"/>
            </a:br>
            <a:r>
              <a:rPr lang="en" sz="3000" dirty="0"/>
              <a:t>Linear Regression</a:t>
            </a:r>
            <a:endParaRPr sz="3000" dirty="0"/>
          </a:p>
        </p:txBody>
      </p:sp>
      <p:sp>
        <p:nvSpPr>
          <p:cNvPr id="738" name="Google Shape;738;p57"/>
          <p:cNvSpPr txBox="1">
            <a:spLocks noGrp="1"/>
          </p:cNvSpPr>
          <p:nvPr>
            <p:ph type="subTitle" idx="1"/>
          </p:nvPr>
        </p:nvSpPr>
        <p:spPr>
          <a:xfrm>
            <a:off x="1160531" y="3069431"/>
            <a:ext cx="5174700" cy="13739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3"/>
          <p:cNvSpPr txBox="1">
            <a:spLocks noGrp="1"/>
          </p:cNvSpPr>
          <p:nvPr>
            <p:ph type="title"/>
          </p:nvPr>
        </p:nvSpPr>
        <p:spPr>
          <a:xfrm>
            <a:off x="1024800" y="2104650"/>
            <a:ext cx="2646600" cy="9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Table of </a:t>
            </a:r>
            <a:r>
              <a:rPr lang="en"/>
              <a:t>c</a:t>
            </a:r>
            <a:r>
              <a:rPr lang="en" sz="3200"/>
              <a:t>ontents</a:t>
            </a:r>
            <a:endParaRPr sz="3200"/>
          </a:p>
        </p:txBody>
      </p:sp>
      <p:sp>
        <p:nvSpPr>
          <p:cNvPr id="790" name="Google Shape;790;p63">
            <a:hlinkClick r:id="rId3" action="ppaction://hlinksldjump"/>
          </p:cNvPr>
          <p:cNvSpPr/>
          <p:nvPr/>
        </p:nvSpPr>
        <p:spPr>
          <a:xfrm>
            <a:off x="4495807" y="54000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63">
            <a:hlinkClick r:id="rId4" action="ppaction://hlinksldjump"/>
          </p:cNvPr>
          <p:cNvSpPr/>
          <p:nvPr/>
        </p:nvSpPr>
        <p:spPr>
          <a:xfrm>
            <a:off x="4495807" y="155185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63">
            <a:hlinkClick r:id="" action="ppaction://noaction"/>
          </p:cNvPr>
          <p:cNvSpPr/>
          <p:nvPr/>
        </p:nvSpPr>
        <p:spPr>
          <a:xfrm>
            <a:off x="4515491" y="2541996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63"/>
          <p:cNvSpPr txBox="1">
            <a:spLocks noGrp="1"/>
          </p:cNvSpPr>
          <p:nvPr>
            <p:ph type="subTitle" idx="1"/>
          </p:nvPr>
        </p:nvSpPr>
        <p:spPr>
          <a:xfrm>
            <a:off x="5163150" y="629702"/>
            <a:ext cx="30093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Linear Regression</a:t>
            </a:r>
            <a:endParaRPr dirty="0"/>
          </a:p>
        </p:txBody>
      </p:sp>
      <p:sp>
        <p:nvSpPr>
          <p:cNvPr id="794" name="Google Shape;794;p63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4581007" y="625200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795" name="Google Shape;795;p63">
            <a:hlinkClick r:id="rId4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4581007" y="1637050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796" name="Google Shape;796;p63">
            <a:hlinkClick r:id="" action="ppaction://noaction"/>
          </p:cNvPr>
          <p:cNvSpPr txBox="1">
            <a:spLocks noGrp="1"/>
          </p:cNvSpPr>
          <p:nvPr>
            <p:ph type="title" idx="4"/>
          </p:nvPr>
        </p:nvSpPr>
        <p:spPr>
          <a:xfrm>
            <a:off x="4600691" y="2627196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798" name="Google Shape;798;p63"/>
          <p:cNvSpPr txBox="1">
            <a:spLocks noGrp="1"/>
          </p:cNvSpPr>
          <p:nvPr>
            <p:ph type="subTitle" idx="6"/>
          </p:nvPr>
        </p:nvSpPr>
        <p:spPr>
          <a:xfrm>
            <a:off x="5163150" y="1641552"/>
            <a:ext cx="2616394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Gradient Descent </a:t>
            </a:r>
            <a:endParaRPr dirty="0"/>
          </a:p>
        </p:txBody>
      </p:sp>
      <p:sp>
        <p:nvSpPr>
          <p:cNvPr id="799" name="Google Shape;799;p63"/>
          <p:cNvSpPr txBox="1">
            <a:spLocks noGrp="1"/>
          </p:cNvSpPr>
          <p:nvPr>
            <p:ph type="subTitle" idx="8"/>
          </p:nvPr>
        </p:nvSpPr>
        <p:spPr>
          <a:xfrm>
            <a:off x="5182834" y="2631698"/>
            <a:ext cx="3230756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Logistic Regression</a:t>
            </a:r>
            <a:endParaRPr dirty="0"/>
          </a:p>
        </p:txBody>
      </p:sp>
      <p:sp>
        <p:nvSpPr>
          <p:cNvPr id="801" name="Google Shape;801;p63"/>
          <p:cNvSpPr/>
          <p:nvPr/>
        </p:nvSpPr>
        <p:spPr>
          <a:xfrm rot="-5400000">
            <a:off x="6218550" y="321729"/>
            <a:ext cx="82500" cy="2000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63"/>
          <p:cNvSpPr/>
          <p:nvPr/>
        </p:nvSpPr>
        <p:spPr>
          <a:xfrm rot="-5400000">
            <a:off x="6238234" y="1313325"/>
            <a:ext cx="82500" cy="2000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63">
            <a:hlinkClick r:id="rId5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0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05" name="Google Shape;805;p63">
            <a:hlinkClick r:id="rId6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06" name="Google Shape;806;p63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07" name="Google Shape;807;p63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30" name="Google Shape;803;p63">
            <a:extLst>
              <a:ext uri="{FF2B5EF4-FFF2-40B4-BE49-F238E27FC236}">
                <a16:creationId xmlns:a16="http://schemas.microsoft.com/office/drawing/2014/main" id="{076E6A62-76B8-4563-8290-31E39466885E}"/>
              </a:ext>
            </a:extLst>
          </p:cNvPr>
          <p:cNvSpPr/>
          <p:nvPr/>
        </p:nvSpPr>
        <p:spPr>
          <a:xfrm rot="-5400000">
            <a:off x="6238234" y="2343271"/>
            <a:ext cx="82500" cy="2000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3" grpId="0" build="p"/>
      <p:bldP spid="798" grpId="0" build="p"/>
      <p:bldP spid="799" grpId="0" build="p"/>
      <p:bldP spid="801" grpId="0" animBg="1"/>
      <p:bldP spid="803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5"/>
          <p:cNvSpPr/>
          <p:nvPr/>
        </p:nvSpPr>
        <p:spPr>
          <a:xfrm>
            <a:off x="1121400" y="1483813"/>
            <a:ext cx="673500" cy="673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65"/>
          <p:cNvSpPr txBox="1">
            <a:spLocks noGrp="1"/>
          </p:cNvSpPr>
          <p:nvPr>
            <p:ph type="title"/>
          </p:nvPr>
        </p:nvSpPr>
        <p:spPr>
          <a:xfrm>
            <a:off x="1012293" y="2340376"/>
            <a:ext cx="4438388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Linear Regression</a:t>
            </a:r>
            <a:endParaRPr sz="4200" dirty="0"/>
          </a:p>
        </p:txBody>
      </p:sp>
      <p:sp>
        <p:nvSpPr>
          <p:cNvPr id="835" name="Google Shape;835;p65"/>
          <p:cNvSpPr txBox="1">
            <a:spLocks noGrp="1"/>
          </p:cNvSpPr>
          <p:nvPr>
            <p:ph type="title" idx="2"/>
          </p:nvPr>
        </p:nvSpPr>
        <p:spPr>
          <a:xfrm>
            <a:off x="1189200" y="1619413"/>
            <a:ext cx="539400" cy="53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1"/>
                </a:solidFill>
              </a:rPr>
              <a:t>1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836" name="Google Shape;836;p65"/>
          <p:cNvSpPr/>
          <p:nvPr/>
        </p:nvSpPr>
        <p:spPr>
          <a:xfrm rot="-5400000">
            <a:off x="2397000" y="2315725"/>
            <a:ext cx="82500" cy="2633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65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39" name="Google Shape;839;p65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40" name="Google Shape;840;p65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41" name="Google Shape;841;p65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sp>
        <p:nvSpPr>
          <p:cNvPr id="18" name="Google Shape;922;p69">
            <a:extLst>
              <a:ext uri="{FF2B5EF4-FFF2-40B4-BE49-F238E27FC236}">
                <a16:creationId xmlns:a16="http://schemas.microsoft.com/office/drawing/2014/main" id="{80F1D8C5-F586-4AD1-B7C0-2393216EC3A1}"/>
              </a:ext>
            </a:extLst>
          </p:cNvPr>
          <p:cNvSpPr txBox="1">
            <a:spLocks/>
          </p:cNvSpPr>
          <p:nvPr/>
        </p:nvSpPr>
        <p:spPr>
          <a:xfrm>
            <a:off x="887743" y="1516978"/>
            <a:ext cx="7498685" cy="2109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 algn="ctr"/>
            <a:r>
              <a:rPr lang="en-US" sz="2000" b="1" dirty="0"/>
              <a:t>Linear regression</a:t>
            </a:r>
            <a:r>
              <a:rPr lang="en-US" sz="2000" dirty="0"/>
              <a:t> is a statistical technique used to model the relationship between a dependent variable (also called the target or response variable) and one or more independent variables (also called predictors or features)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sp>
        <p:nvSpPr>
          <p:cNvPr id="18" name="Google Shape;922;p69">
            <a:extLst>
              <a:ext uri="{FF2B5EF4-FFF2-40B4-BE49-F238E27FC236}">
                <a16:creationId xmlns:a16="http://schemas.microsoft.com/office/drawing/2014/main" id="{80F1D8C5-F586-4AD1-B7C0-2393216EC3A1}"/>
              </a:ext>
            </a:extLst>
          </p:cNvPr>
          <p:cNvSpPr txBox="1">
            <a:spLocks/>
          </p:cNvSpPr>
          <p:nvPr/>
        </p:nvSpPr>
        <p:spPr>
          <a:xfrm>
            <a:off x="887743" y="1865321"/>
            <a:ext cx="7498685" cy="1173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 algn="ctr"/>
            <a:r>
              <a:rPr lang="en-US" altLang="en-US" sz="2400" dirty="0"/>
              <a:t>For example, you might want to predict a person's height (in inches) from his weight (in pounds). </a:t>
            </a:r>
          </a:p>
        </p:txBody>
      </p:sp>
    </p:spTree>
    <p:extLst>
      <p:ext uri="{BB962C8B-B14F-4D97-AF65-F5344CB8AC3E}">
        <p14:creationId xmlns:p14="http://schemas.microsoft.com/office/powerpoint/2010/main" val="233143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sp>
        <p:nvSpPr>
          <p:cNvPr id="18" name="Google Shape;922;p69">
            <a:extLst>
              <a:ext uri="{FF2B5EF4-FFF2-40B4-BE49-F238E27FC236}">
                <a16:creationId xmlns:a16="http://schemas.microsoft.com/office/drawing/2014/main" id="{80F1D8C5-F586-4AD1-B7C0-2393216EC3A1}"/>
              </a:ext>
            </a:extLst>
          </p:cNvPr>
          <p:cNvSpPr txBox="1">
            <a:spLocks/>
          </p:cNvSpPr>
          <p:nvPr/>
        </p:nvSpPr>
        <p:spPr>
          <a:xfrm>
            <a:off x="948703" y="2248499"/>
            <a:ext cx="2282177" cy="1478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 algn="ctr"/>
            <a:r>
              <a:rPr lang="es-ES" sz="2400" dirty="0"/>
              <a:t>y=β</a:t>
            </a:r>
            <a:r>
              <a:rPr lang="es-ES" sz="2400" baseline="-25000" dirty="0"/>
              <a:t>0</a:t>
            </a:r>
            <a:r>
              <a:rPr lang="es-ES" sz="2400" dirty="0"/>
              <a:t>​+β</a:t>
            </a:r>
            <a:r>
              <a:rPr lang="es-ES" sz="2400" baseline="-25000" dirty="0"/>
              <a:t>1</a:t>
            </a:r>
            <a:r>
              <a:rPr lang="es-ES" sz="2400" dirty="0"/>
              <a:t>​x+ϵ</a:t>
            </a:r>
          </a:p>
          <a:p>
            <a:pPr marL="0" indent="0" algn="ctr"/>
            <a:endParaRPr lang="es-ES" altLang="en-US" sz="2400" dirty="0"/>
          </a:p>
          <a:p>
            <a:pPr marL="0" indent="0" algn="ctr"/>
            <a:r>
              <a:rPr lang="es-ES" altLang="en-US" sz="2400" dirty="0"/>
              <a:t>Y = </a:t>
            </a:r>
            <a:r>
              <a:rPr lang="es-ES" altLang="en-US" sz="2400" dirty="0" err="1"/>
              <a:t>mX</a:t>
            </a:r>
            <a:r>
              <a:rPr lang="es-ES" altLang="en-US" sz="2400" dirty="0"/>
              <a:t> + C</a:t>
            </a:r>
            <a:endParaRPr lang="en-US" alt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7C07D-AF3A-4CC6-9B77-FA534D138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760" y="705887"/>
            <a:ext cx="5016137" cy="406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1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sp>
        <p:nvSpPr>
          <p:cNvPr id="18" name="Google Shape;922;p69">
            <a:extLst>
              <a:ext uri="{FF2B5EF4-FFF2-40B4-BE49-F238E27FC236}">
                <a16:creationId xmlns:a16="http://schemas.microsoft.com/office/drawing/2014/main" id="{80F1D8C5-F586-4AD1-B7C0-2393216EC3A1}"/>
              </a:ext>
            </a:extLst>
          </p:cNvPr>
          <p:cNvSpPr txBox="1">
            <a:spLocks/>
          </p:cNvSpPr>
          <p:nvPr/>
        </p:nvSpPr>
        <p:spPr>
          <a:xfrm>
            <a:off x="1201252" y="2248499"/>
            <a:ext cx="2282177" cy="1478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 algn="ctr"/>
            <a:r>
              <a:rPr lang="es-ES" sz="2400" dirty="0"/>
              <a:t>y=β</a:t>
            </a:r>
            <a:r>
              <a:rPr lang="es-ES" sz="2400" baseline="-25000" dirty="0"/>
              <a:t>0</a:t>
            </a:r>
            <a:r>
              <a:rPr lang="es-ES" sz="2400" dirty="0"/>
              <a:t>​+β</a:t>
            </a:r>
            <a:r>
              <a:rPr lang="es-ES" sz="2400" baseline="-25000" dirty="0"/>
              <a:t>1</a:t>
            </a:r>
            <a:r>
              <a:rPr lang="es-ES" sz="2400" dirty="0"/>
              <a:t>​x+ϵ</a:t>
            </a:r>
          </a:p>
          <a:p>
            <a:pPr marL="0" indent="0" algn="ctr"/>
            <a:endParaRPr lang="es-ES" altLang="en-US" sz="2400" dirty="0"/>
          </a:p>
          <a:p>
            <a:pPr marL="0" indent="0" algn="ctr"/>
            <a:r>
              <a:rPr lang="es-ES" altLang="en-US" sz="2400" dirty="0"/>
              <a:t>Y = </a:t>
            </a:r>
            <a:r>
              <a:rPr lang="es-ES" altLang="en-US" sz="2400" dirty="0" err="1"/>
              <a:t>mX</a:t>
            </a:r>
            <a:r>
              <a:rPr lang="es-ES" altLang="en-US" sz="2400" dirty="0"/>
              <a:t> + C</a:t>
            </a:r>
            <a:endParaRPr lang="en-US" alt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994582-A457-4595-9B84-2923193C4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691" y="1477166"/>
            <a:ext cx="3687035" cy="10249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BC74EA-A5E5-45B4-A1CD-F4D2FEC48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1653" y="2987884"/>
            <a:ext cx="3748073" cy="81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4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8C6DD1-5500-4994-A3A5-66BBD5E03C3C}"/>
              </a:ext>
            </a:extLst>
          </p:cNvPr>
          <p:cNvSpPr txBox="1"/>
          <p:nvPr/>
        </p:nvSpPr>
        <p:spPr>
          <a:xfrm>
            <a:off x="525059" y="1428205"/>
            <a:ext cx="8093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 You have to Build a linear regression model to predict the pizza prices from Following data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2A566C8-3FF2-486F-AA31-3E600D584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371937"/>
              </p:ext>
            </p:extLst>
          </p:nvPr>
        </p:nvGraphicFramePr>
        <p:xfrm>
          <a:off x="1053737" y="2041929"/>
          <a:ext cx="2593476" cy="1833385"/>
        </p:xfrm>
        <a:graphic>
          <a:graphicData uri="http://schemas.openxmlformats.org/drawingml/2006/table">
            <a:tbl>
              <a:tblPr firstRow="1" bandRow="1">
                <a:tableStyleId>{F4426CF8-0313-4C99-A3F8-F1ABAD366F97}</a:tableStyleId>
              </a:tblPr>
              <a:tblGrid>
                <a:gridCol w="1296738">
                  <a:extLst>
                    <a:ext uri="{9D8B030D-6E8A-4147-A177-3AD203B41FA5}">
                      <a16:colId xmlns:a16="http://schemas.microsoft.com/office/drawing/2014/main" val="2769314740"/>
                    </a:ext>
                  </a:extLst>
                </a:gridCol>
                <a:gridCol w="1296738">
                  <a:extLst>
                    <a:ext uri="{9D8B030D-6E8A-4147-A177-3AD203B41FA5}">
                      <a16:colId xmlns:a16="http://schemas.microsoft.com/office/drawing/2014/main" val="4245887249"/>
                    </a:ext>
                  </a:extLst>
                </a:gridCol>
              </a:tblGrid>
              <a:tr h="448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Pizza Size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Pizza Price(y)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845287"/>
                  </a:ext>
                </a:extLst>
              </a:tr>
              <a:tr h="461555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30424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35312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4978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CD2543-E666-43A1-8D42-AA25BF3262BB}"/>
                  </a:ext>
                </a:extLst>
              </p:cNvPr>
              <p:cNvSpPr txBox="1"/>
              <p:nvPr/>
            </p:nvSpPr>
            <p:spPr>
              <a:xfrm>
                <a:off x="1452526" y="4233777"/>
                <a:ext cx="2257325" cy="5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8+10+12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 = 10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CD2543-E666-43A1-8D42-AA25BF326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526" y="4233777"/>
                <a:ext cx="2257325" cy="529184"/>
              </a:xfrm>
              <a:prstGeom prst="rect">
                <a:avLst/>
              </a:prstGeom>
              <a:blipFill>
                <a:blip r:embed="rId5"/>
                <a:stretch>
                  <a:fillRect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1BA50D-336A-44AB-A03D-509A440EF4E0}"/>
                  </a:ext>
                </a:extLst>
              </p:cNvPr>
              <p:cNvSpPr txBox="1"/>
              <p:nvPr/>
            </p:nvSpPr>
            <p:spPr>
              <a:xfrm>
                <a:off x="4008716" y="4271928"/>
                <a:ext cx="2257325" cy="52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10+13+16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 = 13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1BA50D-336A-44AB-A03D-509A440EF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716" y="4271928"/>
                <a:ext cx="2257325" cy="528543"/>
              </a:xfrm>
              <a:prstGeom prst="rect">
                <a:avLst/>
              </a:prstGeom>
              <a:blipFill>
                <a:blip r:embed="rId6"/>
                <a:stretch>
                  <a:fillRect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B1CBD4F-FE4D-4953-BDD2-7C3125C8C0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4249045"/>
                  </p:ext>
                </p:extLst>
              </p:nvPr>
            </p:nvGraphicFramePr>
            <p:xfrm>
              <a:off x="3647212" y="2041929"/>
              <a:ext cx="4443051" cy="1837840"/>
            </p:xfrm>
            <a:graphic>
              <a:graphicData uri="http://schemas.openxmlformats.org/drawingml/2006/table">
                <a:tbl>
                  <a:tblPr firstRow="1" bandRow="1">
                    <a:tableStyleId>{F4426CF8-0313-4C99-A3F8-F1ABAD366F97}</a:tableStyleId>
                  </a:tblPr>
                  <a:tblGrid>
                    <a:gridCol w="1002249">
                      <a:extLst>
                        <a:ext uri="{9D8B030D-6E8A-4147-A177-3AD203B41FA5}">
                          <a16:colId xmlns:a16="http://schemas.microsoft.com/office/drawing/2014/main" val="843483738"/>
                        </a:ext>
                      </a:extLst>
                    </a:gridCol>
                    <a:gridCol w="1002249">
                      <a:extLst>
                        <a:ext uri="{9D8B030D-6E8A-4147-A177-3AD203B41FA5}">
                          <a16:colId xmlns:a16="http://schemas.microsoft.com/office/drawing/2014/main" val="3320613270"/>
                        </a:ext>
                      </a:extLst>
                    </a:gridCol>
                    <a:gridCol w="1513984">
                      <a:extLst>
                        <a:ext uri="{9D8B030D-6E8A-4147-A177-3AD203B41FA5}">
                          <a16:colId xmlns:a16="http://schemas.microsoft.com/office/drawing/2014/main" val="2997031403"/>
                        </a:ext>
                      </a:extLst>
                    </a:gridCol>
                    <a:gridCol w="924569">
                      <a:extLst>
                        <a:ext uri="{9D8B030D-6E8A-4147-A177-3AD203B41FA5}">
                          <a16:colId xmlns:a16="http://schemas.microsoft.com/office/drawing/2014/main" val="4294599437"/>
                        </a:ext>
                      </a:extLst>
                    </a:gridCol>
                  </a:tblGrid>
                  <a:tr h="459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X-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y-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(X-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/>
                            <a:t>)*(y-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(X-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/>
                            <a:t>)</a:t>
                          </a:r>
                          <a:r>
                            <a:rPr lang="en-US" sz="2000" baseline="300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4866278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9490542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443580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2611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B1CBD4F-FE4D-4953-BDD2-7C3125C8C0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4249045"/>
                  </p:ext>
                </p:extLst>
              </p:nvPr>
            </p:nvGraphicFramePr>
            <p:xfrm>
              <a:off x="3647212" y="2041929"/>
              <a:ext cx="4443051" cy="1837840"/>
            </p:xfrm>
            <a:graphic>
              <a:graphicData uri="http://schemas.openxmlformats.org/drawingml/2006/table">
                <a:tbl>
                  <a:tblPr firstRow="1" bandRow="1">
                    <a:tableStyleId>{F4426CF8-0313-4C99-A3F8-F1ABAD366F97}</a:tableStyleId>
                  </a:tblPr>
                  <a:tblGrid>
                    <a:gridCol w="1002249">
                      <a:extLst>
                        <a:ext uri="{9D8B030D-6E8A-4147-A177-3AD203B41FA5}">
                          <a16:colId xmlns:a16="http://schemas.microsoft.com/office/drawing/2014/main" val="843483738"/>
                        </a:ext>
                      </a:extLst>
                    </a:gridCol>
                    <a:gridCol w="1002249">
                      <a:extLst>
                        <a:ext uri="{9D8B030D-6E8A-4147-A177-3AD203B41FA5}">
                          <a16:colId xmlns:a16="http://schemas.microsoft.com/office/drawing/2014/main" val="3320613270"/>
                        </a:ext>
                      </a:extLst>
                    </a:gridCol>
                    <a:gridCol w="1513984">
                      <a:extLst>
                        <a:ext uri="{9D8B030D-6E8A-4147-A177-3AD203B41FA5}">
                          <a16:colId xmlns:a16="http://schemas.microsoft.com/office/drawing/2014/main" val="2997031403"/>
                        </a:ext>
                      </a:extLst>
                    </a:gridCol>
                    <a:gridCol w="924569">
                      <a:extLst>
                        <a:ext uri="{9D8B030D-6E8A-4147-A177-3AD203B41FA5}">
                          <a16:colId xmlns:a16="http://schemas.microsoft.com/office/drawing/2014/main" val="4294599437"/>
                        </a:ext>
                      </a:extLst>
                    </a:gridCol>
                  </a:tblGrid>
                  <a:tr h="4594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06" t="-5263" r="-343030" b="-3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220" t="-5263" r="-245122" b="-3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32530" t="-5263" r="-61446" b="-3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80921" t="-5263" r="-658" b="-3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866278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9490542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443580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26111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016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A99063AE-34F8-47A9-9D76-394025A9E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708525"/>
              </p:ext>
            </p:extLst>
          </p:nvPr>
        </p:nvGraphicFramePr>
        <p:xfrm>
          <a:off x="1036319" y="1180000"/>
          <a:ext cx="2593476" cy="1833385"/>
        </p:xfrm>
        <a:graphic>
          <a:graphicData uri="http://schemas.openxmlformats.org/drawingml/2006/table">
            <a:tbl>
              <a:tblPr firstRow="1" bandRow="1">
                <a:tableStyleId>{F4426CF8-0313-4C99-A3F8-F1ABAD366F97}</a:tableStyleId>
              </a:tblPr>
              <a:tblGrid>
                <a:gridCol w="1296738">
                  <a:extLst>
                    <a:ext uri="{9D8B030D-6E8A-4147-A177-3AD203B41FA5}">
                      <a16:colId xmlns:a16="http://schemas.microsoft.com/office/drawing/2014/main" val="2769314740"/>
                    </a:ext>
                  </a:extLst>
                </a:gridCol>
                <a:gridCol w="1296738">
                  <a:extLst>
                    <a:ext uri="{9D8B030D-6E8A-4147-A177-3AD203B41FA5}">
                      <a16:colId xmlns:a16="http://schemas.microsoft.com/office/drawing/2014/main" val="4245887249"/>
                    </a:ext>
                  </a:extLst>
                </a:gridCol>
              </a:tblGrid>
              <a:tr h="448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Pizza Size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Pizza Price(y)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845287"/>
                  </a:ext>
                </a:extLst>
              </a:tr>
              <a:tr h="461555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30424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35312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4978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0671A7D-CF37-4855-8673-DC77E21811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1442284"/>
                  </p:ext>
                </p:extLst>
              </p:nvPr>
            </p:nvGraphicFramePr>
            <p:xfrm>
              <a:off x="3629794" y="1180000"/>
              <a:ext cx="4443051" cy="1837840"/>
            </p:xfrm>
            <a:graphic>
              <a:graphicData uri="http://schemas.openxmlformats.org/drawingml/2006/table">
                <a:tbl>
                  <a:tblPr firstRow="1" bandRow="1">
                    <a:tableStyleId>{F4426CF8-0313-4C99-A3F8-F1ABAD366F97}</a:tableStyleId>
                  </a:tblPr>
                  <a:tblGrid>
                    <a:gridCol w="1002249">
                      <a:extLst>
                        <a:ext uri="{9D8B030D-6E8A-4147-A177-3AD203B41FA5}">
                          <a16:colId xmlns:a16="http://schemas.microsoft.com/office/drawing/2014/main" val="843483738"/>
                        </a:ext>
                      </a:extLst>
                    </a:gridCol>
                    <a:gridCol w="1002249">
                      <a:extLst>
                        <a:ext uri="{9D8B030D-6E8A-4147-A177-3AD203B41FA5}">
                          <a16:colId xmlns:a16="http://schemas.microsoft.com/office/drawing/2014/main" val="3320613270"/>
                        </a:ext>
                      </a:extLst>
                    </a:gridCol>
                    <a:gridCol w="1513984">
                      <a:extLst>
                        <a:ext uri="{9D8B030D-6E8A-4147-A177-3AD203B41FA5}">
                          <a16:colId xmlns:a16="http://schemas.microsoft.com/office/drawing/2014/main" val="2997031403"/>
                        </a:ext>
                      </a:extLst>
                    </a:gridCol>
                    <a:gridCol w="924569">
                      <a:extLst>
                        <a:ext uri="{9D8B030D-6E8A-4147-A177-3AD203B41FA5}">
                          <a16:colId xmlns:a16="http://schemas.microsoft.com/office/drawing/2014/main" val="4294599437"/>
                        </a:ext>
                      </a:extLst>
                    </a:gridCol>
                  </a:tblGrid>
                  <a:tr h="459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X-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y-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(X-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/>
                            <a:t>)*(y-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(X-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/>
                            <a:t>)</a:t>
                          </a:r>
                          <a:r>
                            <a:rPr lang="en-US" sz="2000" baseline="300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4866278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9490542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443580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2611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0671A7D-CF37-4855-8673-DC77E21811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1442284"/>
                  </p:ext>
                </p:extLst>
              </p:nvPr>
            </p:nvGraphicFramePr>
            <p:xfrm>
              <a:off x="3629794" y="1180000"/>
              <a:ext cx="4443051" cy="1837840"/>
            </p:xfrm>
            <a:graphic>
              <a:graphicData uri="http://schemas.openxmlformats.org/drawingml/2006/table">
                <a:tbl>
                  <a:tblPr firstRow="1" bandRow="1">
                    <a:tableStyleId>{F4426CF8-0313-4C99-A3F8-F1ABAD366F97}</a:tableStyleId>
                  </a:tblPr>
                  <a:tblGrid>
                    <a:gridCol w="1002249">
                      <a:extLst>
                        <a:ext uri="{9D8B030D-6E8A-4147-A177-3AD203B41FA5}">
                          <a16:colId xmlns:a16="http://schemas.microsoft.com/office/drawing/2014/main" val="843483738"/>
                        </a:ext>
                      </a:extLst>
                    </a:gridCol>
                    <a:gridCol w="1002249">
                      <a:extLst>
                        <a:ext uri="{9D8B030D-6E8A-4147-A177-3AD203B41FA5}">
                          <a16:colId xmlns:a16="http://schemas.microsoft.com/office/drawing/2014/main" val="3320613270"/>
                        </a:ext>
                      </a:extLst>
                    </a:gridCol>
                    <a:gridCol w="1513984">
                      <a:extLst>
                        <a:ext uri="{9D8B030D-6E8A-4147-A177-3AD203B41FA5}">
                          <a16:colId xmlns:a16="http://schemas.microsoft.com/office/drawing/2014/main" val="2997031403"/>
                        </a:ext>
                      </a:extLst>
                    </a:gridCol>
                    <a:gridCol w="924569">
                      <a:extLst>
                        <a:ext uri="{9D8B030D-6E8A-4147-A177-3AD203B41FA5}">
                          <a16:colId xmlns:a16="http://schemas.microsoft.com/office/drawing/2014/main" val="4294599437"/>
                        </a:ext>
                      </a:extLst>
                    </a:gridCol>
                  </a:tblGrid>
                  <a:tr h="4594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06" t="-5263" r="-343030" b="-3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1220" t="-5263" r="-245122" b="-3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32530" t="-5263" r="-61446" b="-3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80921" t="-5263" r="-658" b="-3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866278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9490542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443580"/>
                      </a:ext>
                    </a:extLst>
                  </a:tr>
                  <a:tr h="45946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261111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4476BED-4443-4F15-A663-3D1245AF4C10}"/>
              </a:ext>
            </a:extLst>
          </p:cNvPr>
          <p:cNvGrpSpPr/>
          <p:nvPr/>
        </p:nvGrpSpPr>
        <p:grpSpPr>
          <a:xfrm>
            <a:off x="962868" y="3399801"/>
            <a:ext cx="6819646" cy="640010"/>
            <a:chOff x="911092" y="3896190"/>
            <a:chExt cx="6819646" cy="64001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5CED79B-9C40-43A3-93B2-3C1654C93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1092" y="3896190"/>
              <a:ext cx="2302372" cy="64001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6D5593-DCD1-41AB-AA88-FC62E3B60074}"/>
                    </a:ext>
                  </a:extLst>
                </p:cNvPr>
                <p:cNvSpPr txBox="1"/>
                <p:nvPr/>
              </p:nvSpPr>
              <p:spPr>
                <a:xfrm>
                  <a:off x="3158738" y="3896190"/>
                  <a:ext cx="4572000" cy="5296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6+6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4+4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=1.5</m:t>
                      </m:r>
                    </m:oMath>
                  </a14:m>
                  <a:r>
                    <a:rPr 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6D5593-DCD1-41AB-AA88-FC62E3B600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8738" y="3896190"/>
                  <a:ext cx="4572000" cy="5296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F212228-FDE5-432B-8161-003F86622D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868" y="4344611"/>
            <a:ext cx="1756227" cy="3831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777C2D1-D997-4422-81CD-A598A26DED1B}"/>
                  </a:ext>
                </a:extLst>
              </p:cNvPr>
              <p:cNvSpPr txBox="1"/>
              <p:nvPr/>
            </p:nvSpPr>
            <p:spPr>
              <a:xfrm>
                <a:off x="2672304" y="4309366"/>
                <a:ext cx="295421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=13 −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1.5 ∗10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777C2D1-D997-4422-81CD-A598A26DE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304" y="4309366"/>
                <a:ext cx="295421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70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00D47A-C99E-4351-8060-879ACA50F3E4}"/>
              </a:ext>
            </a:extLst>
          </p:cNvPr>
          <p:cNvSpPr txBox="1"/>
          <p:nvPr/>
        </p:nvSpPr>
        <p:spPr>
          <a:xfrm>
            <a:off x="1943891" y="2017752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s-ES" altLang="en-US" sz="3000" dirty="0"/>
              <a:t>Y = 1.5X -2</a:t>
            </a:r>
            <a:endParaRPr lang="en-US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55381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sp>
        <p:nvSpPr>
          <p:cNvPr id="10" name="Line 65">
            <a:extLst>
              <a:ext uri="{FF2B5EF4-FFF2-40B4-BE49-F238E27FC236}">
                <a16:creationId xmlns:a16="http://schemas.microsoft.com/office/drawing/2014/main" id="{73F7FAF4-D006-4386-8488-8A01496C01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9538" y="1372779"/>
            <a:ext cx="1333178" cy="3317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Line 49">
            <a:extLst>
              <a:ext uri="{FF2B5EF4-FFF2-40B4-BE49-F238E27FC236}">
                <a16:creationId xmlns:a16="http://schemas.microsoft.com/office/drawing/2014/main" id="{258CF681-E235-4630-B58B-CB8B5E8164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060" y="2142964"/>
            <a:ext cx="2652713" cy="1809749"/>
          </a:xfrm>
          <a:prstGeom prst="line">
            <a:avLst/>
          </a:prstGeom>
          <a:noFill/>
          <a:ln w="38100">
            <a:solidFill>
              <a:srgbClr val="E115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E124D259-3C43-44E0-99C6-2B5EA292FA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4004" y="4071528"/>
            <a:ext cx="2932113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6124AB75-7707-4FBC-9F39-F8C4BF9F1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129" y="3795303"/>
            <a:ext cx="54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r>
              <a:rPr lang="en-US" altLang="en-US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58FCBB76-5101-419A-A10F-BF8B9C44D0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4479" y="1952216"/>
            <a:ext cx="12700" cy="21304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CBD67B20-DF98-455F-A3F4-14158DD48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179" y="1601379"/>
            <a:ext cx="631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r>
              <a:rPr lang="en-US" altLang="en-US" sz="1800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" name="Oval 40">
            <a:extLst>
              <a:ext uri="{FF2B5EF4-FFF2-40B4-BE49-F238E27FC236}">
                <a16:creationId xmlns:a16="http://schemas.microsoft.com/office/drawing/2014/main" id="{A9652BA3-11E1-47C2-B003-B7993C3C28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6041" y="3181188"/>
            <a:ext cx="109538" cy="109537"/>
          </a:xfrm>
          <a:prstGeom prst="ellipse">
            <a:avLst/>
          </a:prstGeom>
          <a:solidFill>
            <a:schemeClr val="folHlink">
              <a:alpha val="70195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19" name="Oval 41">
            <a:extLst>
              <a:ext uri="{FF2B5EF4-FFF2-40B4-BE49-F238E27FC236}">
                <a16:creationId xmlns:a16="http://schemas.microsoft.com/office/drawing/2014/main" id="{3877FE89-0D29-4E30-BA29-1B5673C82B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6041" y="2804951"/>
            <a:ext cx="109538" cy="109537"/>
          </a:xfrm>
          <a:prstGeom prst="ellipse">
            <a:avLst/>
          </a:prstGeom>
          <a:solidFill>
            <a:srgbClr val="FF0000">
              <a:alpha val="70195"/>
            </a:srgbClr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24" name="Rectangle 50">
            <a:extLst>
              <a:ext uri="{FF2B5EF4-FFF2-40B4-BE49-F238E27FC236}">
                <a16:creationId xmlns:a16="http://schemas.microsoft.com/office/drawing/2014/main" id="{B19EB33F-5D71-463A-847D-D3ECAFFD4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716" y="2809714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/>
              <a:t>d</a:t>
            </a:r>
            <a:r>
              <a:rPr lang="en-US" altLang="en-US" sz="1800" baseline="-25000"/>
              <a:t>1</a:t>
            </a:r>
          </a:p>
        </p:txBody>
      </p:sp>
      <p:sp>
        <p:nvSpPr>
          <p:cNvPr id="27" name="Line 53">
            <a:extLst>
              <a:ext uri="{FF2B5EF4-FFF2-40B4-BE49-F238E27FC236}">
                <a16:creationId xmlns:a16="http://schemas.microsoft.com/office/drawing/2014/main" id="{71185945-0B19-4EF5-86B3-17F241A0F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3666" y="2949414"/>
            <a:ext cx="0" cy="228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9" name="AutoShape 56">
            <a:extLst>
              <a:ext uri="{FF2B5EF4-FFF2-40B4-BE49-F238E27FC236}">
                <a16:creationId xmlns:a16="http://schemas.microsoft.com/office/drawing/2014/main" id="{583DF920-7F3B-43AD-BA09-00A68BC5419B}"/>
              </a:ext>
            </a:extLst>
          </p:cNvPr>
          <p:cNvSpPr>
            <a:spLocks/>
          </p:cNvSpPr>
          <p:nvPr/>
        </p:nvSpPr>
        <p:spPr bwMode="auto">
          <a:xfrm>
            <a:off x="6285391" y="2873214"/>
            <a:ext cx="76200" cy="349250"/>
          </a:xfrm>
          <a:prstGeom prst="leftBrace">
            <a:avLst>
              <a:gd name="adj1" fmla="val 381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21" name="Oval 45">
            <a:extLst>
              <a:ext uri="{FF2B5EF4-FFF2-40B4-BE49-F238E27FC236}">
                <a16:creationId xmlns:a16="http://schemas.microsoft.com/office/drawing/2014/main" id="{8B26E3A5-C611-4685-B56D-0E0000557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51929" y="1715380"/>
            <a:ext cx="109538" cy="109537"/>
          </a:xfrm>
          <a:prstGeom prst="ellipse">
            <a:avLst/>
          </a:prstGeom>
          <a:solidFill>
            <a:srgbClr val="FF0000">
              <a:alpha val="70195"/>
            </a:srgbClr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23" name="Oval 48">
            <a:extLst>
              <a:ext uri="{FF2B5EF4-FFF2-40B4-BE49-F238E27FC236}">
                <a16:creationId xmlns:a16="http://schemas.microsoft.com/office/drawing/2014/main" id="{F8774A4F-6DC1-495B-812B-11D6573F06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51929" y="2223380"/>
            <a:ext cx="109538" cy="109537"/>
          </a:xfrm>
          <a:prstGeom prst="ellipse">
            <a:avLst/>
          </a:prstGeom>
          <a:solidFill>
            <a:schemeClr val="folHlink">
              <a:alpha val="70195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26" name="Rectangle 52">
            <a:extLst>
              <a:ext uri="{FF2B5EF4-FFF2-40B4-BE49-F238E27FC236}">
                <a16:creationId xmlns:a16="http://schemas.microsoft.com/office/drawing/2014/main" id="{3BC2823F-24BE-4F76-9144-07EFF34ED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666" y="1823330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/>
              <a:t>d</a:t>
            </a:r>
            <a:r>
              <a:rPr lang="en-US" altLang="en-US" sz="1800" baseline="-25000"/>
              <a:t>3</a:t>
            </a:r>
          </a:p>
        </p:txBody>
      </p:sp>
      <p:sp>
        <p:nvSpPr>
          <p:cNvPr id="28" name="Line 55">
            <a:extLst>
              <a:ext uri="{FF2B5EF4-FFF2-40B4-BE49-F238E27FC236}">
                <a16:creationId xmlns:a16="http://schemas.microsoft.com/office/drawing/2014/main" id="{D1C431E0-3D98-4BA4-A8CE-B3724204BB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7491" y="1791580"/>
            <a:ext cx="0" cy="484187"/>
          </a:xfrm>
          <a:prstGeom prst="line">
            <a:avLst/>
          </a:prstGeom>
          <a:noFill/>
          <a:ln w="9525">
            <a:solidFill>
              <a:schemeClr val="hlink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0" name="AutoShape 57">
            <a:extLst>
              <a:ext uri="{FF2B5EF4-FFF2-40B4-BE49-F238E27FC236}">
                <a16:creationId xmlns:a16="http://schemas.microsoft.com/office/drawing/2014/main" id="{7937481E-C7E2-49EC-8D6E-66AFB04B2B9E}"/>
              </a:ext>
            </a:extLst>
          </p:cNvPr>
          <p:cNvSpPr>
            <a:spLocks/>
          </p:cNvSpPr>
          <p:nvPr/>
        </p:nvSpPr>
        <p:spPr bwMode="auto">
          <a:xfrm>
            <a:off x="7739216" y="1761417"/>
            <a:ext cx="107950" cy="501650"/>
          </a:xfrm>
          <a:prstGeom prst="leftBrace">
            <a:avLst>
              <a:gd name="adj1" fmla="val 3872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9" name="Line 54">
            <a:extLst>
              <a:ext uri="{FF2B5EF4-FFF2-40B4-BE49-F238E27FC236}">
                <a16:creationId xmlns:a16="http://schemas.microsoft.com/office/drawing/2014/main" id="{99A3BFF1-6D96-4721-948E-DFC0FCC71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5805" y="2885913"/>
            <a:ext cx="0" cy="484187"/>
          </a:xfrm>
          <a:prstGeom prst="line">
            <a:avLst/>
          </a:prstGeom>
          <a:noFill/>
          <a:ln w="9525">
            <a:solidFill>
              <a:schemeClr val="hlink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" name="Oval 43">
            <a:extLst>
              <a:ext uri="{FF2B5EF4-FFF2-40B4-BE49-F238E27FC236}">
                <a16:creationId xmlns:a16="http://schemas.microsoft.com/office/drawing/2014/main" id="{1846B541-7ED8-4984-AF29-23D4C562EE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58180" y="2760501"/>
            <a:ext cx="109538" cy="109537"/>
          </a:xfrm>
          <a:prstGeom prst="ellipse">
            <a:avLst/>
          </a:prstGeom>
          <a:solidFill>
            <a:schemeClr val="folHlink">
              <a:alpha val="70195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22" name="Oval 46">
            <a:extLst>
              <a:ext uri="{FF2B5EF4-FFF2-40B4-BE49-F238E27FC236}">
                <a16:creationId xmlns:a16="http://schemas.microsoft.com/office/drawing/2014/main" id="{38EC50A1-3C14-4BC7-8AA0-04C9CE07D4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56592" y="3265326"/>
            <a:ext cx="109538" cy="109537"/>
          </a:xfrm>
          <a:prstGeom prst="ellipse">
            <a:avLst/>
          </a:prstGeom>
          <a:solidFill>
            <a:srgbClr val="FF0000">
              <a:alpha val="70195"/>
            </a:srgbClr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25" name="Rectangle 51">
            <a:extLst>
              <a:ext uri="{FF2B5EF4-FFF2-40B4-BE49-F238E27FC236}">
                <a16:creationId xmlns:a16="http://schemas.microsoft.com/office/drawing/2014/main" id="{F6244703-34A0-4019-8A16-65C2E1DFD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330" y="2854163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 dirty="0"/>
              <a:t>d</a:t>
            </a:r>
            <a:r>
              <a:rPr lang="en-US" altLang="en-US" sz="1800" baseline="-25000" dirty="0"/>
              <a:t>2</a:t>
            </a:r>
          </a:p>
        </p:txBody>
      </p:sp>
      <p:sp>
        <p:nvSpPr>
          <p:cNvPr id="31" name="AutoShape 58">
            <a:extLst>
              <a:ext uri="{FF2B5EF4-FFF2-40B4-BE49-F238E27FC236}">
                <a16:creationId xmlns:a16="http://schemas.microsoft.com/office/drawing/2014/main" id="{01D2C555-9FC3-42DB-8B8E-10E2C6563037}"/>
              </a:ext>
            </a:extLst>
          </p:cNvPr>
          <p:cNvSpPr>
            <a:spLocks/>
          </p:cNvSpPr>
          <p:nvPr/>
        </p:nvSpPr>
        <p:spPr bwMode="auto">
          <a:xfrm flipH="1">
            <a:off x="7226455" y="2809713"/>
            <a:ext cx="76200" cy="565150"/>
          </a:xfrm>
          <a:prstGeom prst="leftBrace">
            <a:avLst>
              <a:gd name="adj1" fmla="val 6180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33" name="Rectangle 60">
            <a:extLst>
              <a:ext uri="{FF2B5EF4-FFF2-40B4-BE49-F238E27FC236}">
                <a16:creationId xmlns:a16="http://schemas.microsoft.com/office/drawing/2014/main" id="{A23D3102-C17E-4E07-A66F-97AA293C6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6430" y="800212"/>
            <a:ext cx="1387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/>
              <a:t>Observed </a:t>
            </a:r>
            <a:r>
              <a:rPr lang="en-US" altLang="en-US" sz="1800" i="1" dirty="0"/>
              <a:t>y</a:t>
            </a:r>
            <a:r>
              <a:rPr lang="en-US" altLang="en-US" sz="1800" dirty="0">
                <a:latin typeface="Times New Roman" panose="02020603050405020304" pitchFamily="18" charset="0"/>
              </a:rPr>
              <a:t>-</a:t>
            </a:r>
            <a:r>
              <a:rPr lang="en-US" altLang="en-US" sz="1800" dirty="0"/>
              <a:t>value</a:t>
            </a:r>
          </a:p>
        </p:txBody>
      </p:sp>
      <p:sp>
        <p:nvSpPr>
          <p:cNvPr id="35" name="Rectangle 63">
            <a:extLst>
              <a:ext uri="{FF2B5EF4-FFF2-40B4-BE49-F238E27FC236}">
                <a16:creationId xmlns:a16="http://schemas.microsoft.com/office/drawing/2014/main" id="{E26F54EE-DFA1-4ED9-8D23-A76E1EA05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570" y="2771613"/>
            <a:ext cx="1387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/>
              <a:t>Predicted </a:t>
            </a:r>
            <a:r>
              <a:rPr lang="en-US" altLang="en-US" sz="1800" i="1" dirty="0"/>
              <a:t>y</a:t>
            </a:r>
            <a:r>
              <a:rPr lang="en-US" altLang="en-US" sz="1800" dirty="0">
                <a:latin typeface="Times New Roman" panose="02020603050405020304" pitchFamily="18" charset="0"/>
              </a:rPr>
              <a:t>-</a:t>
            </a:r>
            <a:r>
              <a:rPr lang="en-US" altLang="en-US" sz="1800" dirty="0"/>
              <a:t>value</a:t>
            </a:r>
          </a:p>
        </p:txBody>
      </p:sp>
      <p:sp>
        <p:nvSpPr>
          <p:cNvPr id="36" name="Line 64">
            <a:extLst>
              <a:ext uri="{FF2B5EF4-FFF2-40B4-BE49-F238E27FC236}">
                <a16:creationId xmlns:a16="http://schemas.microsoft.com/office/drawing/2014/main" id="{710C2463-B319-4894-8A18-2647A4ED9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1466" y="2332917"/>
            <a:ext cx="474661" cy="558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9" name="Oval 41">
            <a:extLst>
              <a:ext uri="{FF2B5EF4-FFF2-40B4-BE49-F238E27FC236}">
                <a16:creationId xmlns:a16="http://schemas.microsoft.com/office/drawing/2014/main" id="{611FA525-A4DE-4155-B050-9D382D2102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6985" y="1672281"/>
            <a:ext cx="366716" cy="366712"/>
          </a:xfrm>
          <a:prstGeom prst="ellipse">
            <a:avLst/>
          </a:prstGeom>
          <a:solidFill>
            <a:srgbClr val="FF0000">
              <a:alpha val="70195"/>
            </a:srgbClr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6E4E456C-9CDC-4AF1-9037-2185CA9248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2546" y="2333073"/>
            <a:ext cx="366715" cy="366711"/>
          </a:xfrm>
          <a:prstGeom prst="ellipse">
            <a:avLst/>
          </a:prstGeom>
          <a:solidFill>
            <a:schemeClr val="folHlink">
              <a:alpha val="70195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60">
                <a:extLst>
                  <a:ext uri="{FF2B5EF4-FFF2-40B4-BE49-F238E27FC236}">
                    <a16:creationId xmlns:a16="http://schemas.microsoft.com/office/drawing/2014/main" id="{AB4EB4AA-D872-444D-863A-898A8CB0D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247" y="2323014"/>
                <a:ext cx="2497516" cy="3767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800" dirty="0"/>
                  <a:t>Predicted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41" name="Rectangle 60">
                <a:extLst>
                  <a:ext uri="{FF2B5EF4-FFF2-40B4-BE49-F238E27FC236}">
                    <a16:creationId xmlns:a16="http://schemas.microsoft.com/office/drawing/2014/main" id="{AB4EB4AA-D872-444D-863A-898A8CB0D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8247" y="2323014"/>
                <a:ext cx="2497516" cy="376770"/>
              </a:xfrm>
              <a:prstGeom prst="rect">
                <a:avLst/>
              </a:prstGeom>
              <a:blipFill>
                <a:blip r:embed="rId5"/>
                <a:stretch>
                  <a:fillRect t="-6452" b="-241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60">
            <a:extLst>
              <a:ext uri="{FF2B5EF4-FFF2-40B4-BE49-F238E27FC236}">
                <a16:creationId xmlns:a16="http://schemas.microsoft.com/office/drawing/2014/main" id="{77C0999B-D316-415E-BF92-B1FD3769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471" y="1667252"/>
            <a:ext cx="2497516" cy="376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/>
              <a:t>Real =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60">
                <a:extLst>
                  <a:ext uri="{FF2B5EF4-FFF2-40B4-BE49-F238E27FC236}">
                    <a16:creationId xmlns:a16="http://schemas.microsoft.com/office/drawing/2014/main" id="{1C42512C-450E-43C0-851D-1A4806775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701" y="3345173"/>
                <a:ext cx="2497516" cy="3767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800" dirty="0"/>
                  <a:t>Error d</a:t>
                </a:r>
                <a:r>
                  <a:rPr lang="en-US" altLang="en-US" sz="1800" baseline="-25000" dirty="0"/>
                  <a:t>1</a:t>
                </a:r>
                <a:r>
                  <a:rPr lang="en-US" altLang="en-US" sz="1800" dirty="0"/>
                  <a:t> 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18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altLang="en-US" sz="1800" b="0" i="0" baseline="-2500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43" name="Rectangle 60">
                <a:extLst>
                  <a:ext uri="{FF2B5EF4-FFF2-40B4-BE49-F238E27FC236}">
                    <a16:creationId xmlns:a16="http://schemas.microsoft.com/office/drawing/2014/main" id="{1C42512C-450E-43C0-851D-1A48067750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3701" y="3345173"/>
                <a:ext cx="2497516" cy="376770"/>
              </a:xfrm>
              <a:prstGeom prst="rect">
                <a:avLst/>
              </a:prstGeom>
              <a:blipFill>
                <a:blip r:embed="rId6"/>
                <a:stretch>
                  <a:fillRect t="-8065" b="-241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60">
                <a:extLst>
                  <a:ext uri="{FF2B5EF4-FFF2-40B4-BE49-F238E27FC236}">
                    <a16:creationId xmlns:a16="http://schemas.microsoft.com/office/drawing/2014/main" id="{0434452E-D840-44E9-A826-BB747CF2B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6296" y="4020810"/>
                <a:ext cx="2923763" cy="3794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800" dirty="0"/>
                  <a:t>Total Error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en-US" sz="180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altLang="en-US" sz="1800" baseline="-250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44" name="Rectangle 60">
                <a:extLst>
                  <a:ext uri="{FF2B5EF4-FFF2-40B4-BE49-F238E27FC236}">
                    <a16:creationId xmlns:a16="http://schemas.microsoft.com/office/drawing/2014/main" id="{0434452E-D840-44E9-A826-BB747CF2B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6296" y="4020810"/>
                <a:ext cx="2923763" cy="379463"/>
              </a:xfrm>
              <a:prstGeom prst="rect">
                <a:avLst/>
              </a:prstGeom>
              <a:blipFill>
                <a:blip r:embed="rId7"/>
                <a:stretch>
                  <a:fillRect t="-112903" b="-1838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24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  <p:bldP spid="24" grpId="0"/>
      <p:bldP spid="27" grpId="0" animBg="1"/>
      <p:bldP spid="29" grpId="0" animBg="1"/>
      <p:bldP spid="23" grpId="0" animBg="1"/>
      <p:bldP spid="26" grpId="0"/>
      <p:bldP spid="28" grpId="0" animBg="1"/>
      <p:bldP spid="30" grpId="0" animBg="1"/>
      <p:bldP spid="9" grpId="0" animBg="1"/>
      <p:bldP spid="20" grpId="0" animBg="1"/>
      <p:bldP spid="25" grpId="0"/>
      <p:bldP spid="31" grpId="0" animBg="1"/>
      <p:bldP spid="33" grpId="0"/>
      <p:bldP spid="35" grpId="0"/>
      <p:bldP spid="36" grpId="0" animBg="1"/>
      <p:bldP spid="43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60">
                <a:extLst>
                  <a:ext uri="{FF2B5EF4-FFF2-40B4-BE49-F238E27FC236}">
                    <a16:creationId xmlns:a16="http://schemas.microsoft.com/office/drawing/2014/main" id="{0434452E-D840-44E9-A826-BB747CF2B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850" y="1605270"/>
                <a:ext cx="442641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800" dirty="0"/>
                  <a:t>Total Error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en-US" sz="180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altLang="en-US" sz="1800" baseline="-250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ES" sz="1800" dirty="0"/>
                          <m:t>β</m:t>
                        </m:r>
                        <m:r>
                          <m:rPr>
                            <m:nor/>
                          </m:rPr>
                          <a:rPr lang="es-ES" sz="1800" baseline="-25000" dirty="0"/>
                          <m:t>0</m:t>
                        </m:r>
                        <m:r>
                          <m:rPr>
                            <m:nor/>
                          </m:rPr>
                          <a:rPr lang="es-ES" sz="1800" dirty="0"/>
                          <m:t>​+</m:t>
                        </m:r>
                        <m:r>
                          <m:rPr>
                            <m:nor/>
                          </m:rPr>
                          <a:rPr lang="es-ES" sz="1800" dirty="0"/>
                          <m:t>β</m:t>
                        </m:r>
                        <m:r>
                          <m:rPr>
                            <m:nor/>
                          </m:rPr>
                          <a:rPr lang="es-ES" sz="18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800" dirty="0"/>
                          <m:t>​</m:t>
                        </m:r>
                        <m:r>
                          <m:rPr>
                            <m:nor/>
                          </m:rPr>
                          <a:rPr lang="es-ES" sz="1800" dirty="0"/>
                          <m:t>x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44" name="Rectangle 60">
                <a:extLst>
                  <a:ext uri="{FF2B5EF4-FFF2-40B4-BE49-F238E27FC236}">
                    <a16:creationId xmlns:a16="http://schemas.microsoft.com/office/drawing/2014/main" id="{0434452E-D840-44E9-A826-BB747CF2B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2850" y="1605270"/>
                <a:ext cx="4426410" cy="369332"/>
              </a:xfrm>
              <a:prstGeom prst="rect">
                <a:avLst/>
              </a:prstGeom>
              <a:blipFill>
                <a:blip r:embed="rId5"/>
                <a:stretch>
                  <a:fillRect t="-116393" b="-1868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845908FC-1B5E-42FD-953E-579924A26A1D}"/>
              </a:ext>
            </a:extLst>
          </p:cNvPr>
          <p:cNvSpPr txBox="1"/>
          <p:nvPr/>
        </p:nvSpPr>
        <p:spPr>
          <a:xfrm>
            <a:off x="6896100" y="1482159"/>
            <a:ext cx="1905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Y = β</a:t>
            </a:r>
            <a:r>
              <a:rPr lang="es-ES" sz="1400" b="1" baseline="-25000" dirty="0"/>
              <a:t>0</a:t>
            </a:r>
            <a:r>
              <a:rPr lang="es-ES" sz="1400" b="1" dirty="0"/>
              <a:t>​+β</a:t>
            </a:r>
            <a:r>
              <a:rPr lang="es-ES" sz="1400" b="1" baseline="-25000" dirty="0"/>
              <a:t>1</a:t>
            </a:r>
            <a:r>
              <a:rPr lang="es-ES" sz="1400" b="1" dirty="0"/>
              <a:t>​x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6539FC41-1FB9-478A-870D-4540B04AC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1326" y="2421711"/>
                <a:ext cx="5462730" cy="7848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 dirty="0"/>
                  <a:t>Sum of Square Error 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 dirty="0"/>
                  <a:t>S(B</a:t>
                </a:r>
                <a:r>
                  <a:rPr lang="en-US" altLang="en-US" sz="1800" baseline="-25000" dirty="0"/>
                  <a:t>0, </a:t>
                </a:r>
                <a:r>
                  <a:rPr lang="en-US" altLang="en-US" sz="1800" dirty="0"/>
                  <a:t>B</a:t>
                </a:r>
                <a:r>
                  <a:rPr lang="en-US" altLang="en-US" sz="1800" baseline="-25000" dirty="0"/>
                  <a:t>1</a:t>
                </a:r>
                <a:r>
                  <a:rPr lang="en-US" altLang="en-US" sz="1800" dirty="0"/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en-US" sz="180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altLang="en-US" sz="1800" baseline="-250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ES" sz="1800" dirty="0"/>
                          <m:t>β</m:t>
                        </m:r>
                        <m:r>
                          <m:rPr>
                            <m:nor/>
                          </m:rPr>
                          <a:rPr lang="es-ES" sz="1800" baseline="-25000" dirty="0"/>
                          <m:t>0</m:t>
                        </m:r>
                        <m:r>
                          <m:rPr>
                            <m:nor/>
                          </m:rPr>
                          <a:rPr lang="es-ES" sz="1800" dirty="0"/>
                          <m:t>​+</m:t>
                        </m:r>
                        <m:r>
                          <m:rPr>
                            <m:nor/>
                          </m:rPr>
                          <a:rPr lang="es-ES" sz="1800" dirty="0"/>
                          <m:t>β</m:t>
                        </m:r>
                        <m:r>
                          <m:rPr>
                            <m:nor/>
                          </m:rPr>
                          <a:rPr lang="es-ES" sz="18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800" dirty="0"/>
                          <m:t>​</m:t>
                        </m:r>
                        <m:r>
                          <m:rPr>
                            <m:nor/>
                          </m:rPr>
                          <a:rPr lang="es-ES" sz="1800" dirty="0"/>
                          <m:t>x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  <m:r>
                          <a:rPr lang="en-US" altLang="en-US" sz="18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6539FC41-1FB9-478A-870D-4540B04AC5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1326" y="2421711"/>
                <a:ext cx="5462730" cy="784830"/>
              </a:xfrm>
              <a:prstGeom prst="rect">
                <a:avLst/>
              </a:prstGeom>
              <a:blipFill>
                <a:blip r:embed="rId6"/>
                <a:stretch>
                  <a:fillRect l="-893" t="-3876" b="-8759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F53D94C-D357-48E7-9304-1D224187FE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4325" y="3463240"/>
            <a:ext cx="5639289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1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394FD-9391-4477-B3C5-2E5548263A1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4795"/>
          <a:stretch/>
        </p:blipFill>
        <p:spPr>
          <a:xfrm>
            <a:off x="1131806" y="1234227"/>
            <a:ext cx="5464013" cy="1242756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E35052-AA24-4617-9C32-D2D364D73034}"/>
              </a:ext>
            </a:extLst>
          </p:cNvPr>
          <p:cNvSpPr/>
          <p:nvPr/>
        </p:nvSpPr>
        <p:spPr>
          <a:xfrm>
            <a:off x="6301740" y="2531210"/>
            <a:ext cx="1943100" cy="1303658"/>
          </a:xfrm>
          <a:custGeom>
            <a:avLst/>
            <a:gdLst>
              <a:gd name="connsiteX0" fmla="*/ 0 w 2583180"/>
              <a:gd name="connsiteY0" fmla="*/ 137160 h 1303658"/>
              <a:gd name="connsiteX1" fmla="*/ 1402080 w 2583180"/>
              <a:gd name="connsiteY1" fmla="*/ 1303020 h 1303658"/>
              <a:gd name="connsiteX2" fmla="*/ 2583180 w 2583180"/>
              <a:gd name="connsiteY2" fmla="*/ 0 h 130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180" h="1303658">
                <a:moveTo>
                  <a:pt x="0" y="137160"/>
                </a:moveTo>
                <a:cubicBezTo>
                  <a:pt x="485775" y="731520"/>
                  <a:pt x="971550" y="1325880"/>
                  <a:pt x="1402080" y="1303020"/>
                </a:cubicBezTo>
                <a:cubicBezTo>
                  <a:pt x="1832610" y="1280160"/>
                  <a:pt x="2381250" y="158750"/>
                  <a:pt x="258318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0910C3-F2CC-4AF3-8D1C-362FEDB8E107}"/>
              </a:ext>
            </a:extLst>
          </p:cNvPr>
          <p:cNvCxnSpPr/>
          <p:nvPr/>
        </p:nvCxnSpPr>
        <p:spPr>
          <a:xfrm>
            <a:off x="5819019" y="2294103"/>
            <a:ext cx="0" cy="21940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6E7D73-914F-4D04-A6DC-1C98A0D1C354}"/>
              </a:ext>
            </a:extLst>
          </p:cNvPr>
          <p:cNvCxnSpPr>
            <a:cxnSpLocks/>
          </p:cNvCxnSpPr>
          <p:nvPr/>
        </p:nvCxnSpPr>
        <p:spPr>
          <a:xfrm>
            <a:off x="5727821" y="4290301"/>
            <a:ext cx="325857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1357997-F503-4F9C-ABA7-AB3077C1B545}"/>
              </a:ext>
            </a:extLst>
          </p:cNvPr>
          <p:cNvSpPr/>
          <p:nvPr/>
        </p:nvSpPr>
        <p:spPr>
          <a:xfrm>
            <a:off x="6370320" y="2840976"/>
            <a:ext cx="83820" cy="914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559BE-1BA6-40AF-BD9F-FA5ED7C94734}"/>
              </a:ext>
            </a:extLst>
          </p:cNvPr>
          <p:cNvCxnSpPr>
            <a:cxnSpLocks/>
          </p:cNvCxnSpPr>
          <p:nvPr/>
        </p:nvCxnSpPr>
        <p:spPr>
          <a:xfrm>
            <a:off x="6082828" y="2302524"/>
            <a:ext cx="1190462" cy="2071356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95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E35052-AA24-4617-9C32-D2D364D73034}"/>
              </a:ext>
            </a:extLst>
          </p:cNvPr>
          <p:cNvSpPr/>
          <p:nvPr/>
        </p:nvSpPr>
        <p:spPr>
          <a:xfrm>
            <a:off x="6301740" y="2531210"/>
            <a:ext cx="1943100" cy="1303658"/>
          </a:xfrm>
          <a:custGeom>
            <a:avLst/>
            <a:gdLst>
              <a:gd name="connsiteX0" fmla="*/ 0 w 2583180"/>
              <a:gd name="connsiteY0" fmla="*/ 137160 h 1303658"/>
              <a:gd name="connsiteX1" fmla="*/ 1402080 w 2583180"/>
              <a:gd name="connsiteY1" fmla="*/ 1303020 h 1303658"/>
              <a:gd name="connsiteX2" fmla="*/ 2583180 w 2583180"/>
              <a:gd name="connsiteY2" fmla="*/ 0 h 130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180" h="1303658">
                <a:moveTo>
                  <a:pt x="0" y="137160"/>
                </a:moveTo>
                <a:cubicBezTo>
                  <a:pt x="485775" y="731520"/>
                  <a:pt x="971550" y="1325880"/>
                  <a:pt x="1402080" y="1303020"/>
                </a:cubicBezTo>
                <a:cubicBezTo>
                  <a:pt x="1832610" y="1280160"/>
                  <a:pt x="2381250" y="158750"/>
                  <a:pt x="258318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0910C3-F2CC-4AF3-8D1C-362FEDB8E107}"/>
              </a:ext>
            </a:extLst>
          </p:cNvPr>
          <p:cNvCxnSpPr/>
          <p:nvPr/>
        </p:nvCxnSpPr>
        <p:spPr>
          <a:xfrm>
            <a:off x="5819019" y="2294103"/>
            <a:ext cx="0" cy="21940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6E7D73-914F-4D04-A6DC-1C98A0D1C354}"/>
              </a:ext>
            </a:extLst>
          </p:cNvPr>
          <p:cNvCxnSpPr>
            <a:cxnSpLocks/>
          </p:cNvCxnSpPr>
          <p:nvPr/>
        </p:nvCxnSpPr>
        <p:spPr>
          <a:xfrm>
            <a:off x="5727821" y="4290301"/>
            <a:ext cx="325857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559BE-1BA6-40AF-BD9F-FA5ED7C94734}"/>
              </a:ext>
            </a:extLst>
          </p:cNvPr>
          <p:cNvCxnSpPr>
            <a:cxnSpLocks/>
          </p:cNvCxnSpPr>
          <p:nvPr/>
        </p:nvCxnSpPr>
        <p:spPr>
          <a:xfrm>
            <a:off x="5970519" y="3836270"/>
            <a:ext cx="260554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61D2BFF-9F7B-4944-8942-CD56A159F8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0631" b="39521"/>
          <a:stretch/>
        </p:blipFill>
        <p:spPr>
          <a:xfrm>
            <a:off x="235131" y="1113530"/>
            <a:ext cx="5252667" cy="227761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1357997-F503-4F9C-ABA7-AB3077C1B545}"/>
              </a:ext>
            </a:extLst>
          </p:cNvPr>
          <p:cNvSpPr/>
          <p:nvPr/>
        </p:nvSpPr>
        <p:spPr>
          <a:xfrm>
            <a:off x="7315200" y="3802525"/>
            <a:ext cx="83820" cy="914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6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2C65FE-8DEB-46F9-879B-F55451153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270" y="1524465"/>
            <a:ext cx="7571459" cy="269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10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D24CE-9ACA-473C-8334-B2C70EF8359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4345"/>
          <a:stretch/>
        </p:blipFill>
        <p:spPr>
          <a:xfrm>
            <a:off x="1148865" y="1187621"/>
            <a:ext cx="5715495" cy="7659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3093E4-87EA-4DA1-B247-BD1F09D82870}"/>
                  </a:ext>
                </a:extLst>
              </p:cNvPr>
              <p:cNvSpPr txBox="1"/>
              <p:nvPr/>
            </p:nvSpPr>
            <p:spPr>
              <a:xfrm>
                <a:off x="3027707" y="2921451"/>
                <a:ext cx="3646896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3093E4-87EA-4DA1-B247-BD1F09D82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707" y="2921451"/>
                <a:ext cx="3646896" cy="521746"/>
              </a:xfrm>
              <a:prstGeom prst="rect">
                <a:avLst/>
              </a:prstGeom>
              <a:blipFill>
                <a:blip r:embed="rId6"/>
                <a:stretch>
                  <a:fillRect l="-3177" t="-144186" r="-669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E1AA5B-BAB2-4F74-86E1-DCA3AC59FB89}"/>
                  </a:ext>
                </a:extLst>
              </p:cNvPr>
              <p:cNvSpPr txBox="1"/>
              <p:nvPr/>
            </p:nvSpPr>
            <p:spPr>
              <a:xfrm>
                <a:off x="3149764" y="2015492"/>
                <a:ext cx="2197588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l-GR"/>
                            <m:t>∂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l-GR"/>
                            <m:t>​∂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/>
                            <m:t>(</m:t>
                          </m:r>
                          <m:r>
                            <m:rPr>
                              <m:nor/>
                            </m:rPr>
                            <a:rPr lang="en-US"/>
                            <m:t>yi</m:t>
                          </m:r>
                          <m:r>
                            <m:rPr>
                              <m:nor/>
                            </m:rPr>
                            <a:rPr lang="en-US"/>
                            <m:t>​−(</m:t>
                          </m:r>
                          <m:r>
                            <m:rPr>
                              <m:nor/>
                            </m:rPr>
                            <a:rPr lang="el-GR"/>
                            <m:t>β</m:t>
                          </m:r>
                          <m:r>
                            <m:rPr>
                              <m:nor/>
                            </m:rPr>
                            <a:rPr lang="el-GR" baseline="-25000"/>
                            <m:t>0</m:t>
                          </m:r>
                          <m:r>
                            <m:rPr>
                              <m:nor/>
                            </m:rPr>
                            <a:rPr lang="el-GR"/>
                            <m:t>​+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m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l-GR"/>
                            <m:t>​</m:t>
                          </m:r>
                          <m:r>
                            <m:rPr>
                              <m:nor/>
                            </m:rPr>
                            <a:rPr lang="en-US"/>
                            <m:t>x</m:t>
                          </m:r>
                          <m:r>
                            <m:rPr>
                              <m:nor/>
                            </m:rPr>
                            <a:rPr lang="en-US" baseline="-25000"/>
                            <m:t>i</m:t>
                          </m:r>
                          <m:r>
                            <m:rPr>
                              <m:nor/>
                            </m:rPr>
                            <a:rPr lang="en-US"/>
                            <m:t>​))</m:t>
                          </m:r>
                          <m:r>
                            <m:rPr>
                              <m:nor/>
                            </m:rPr>
                            <a:rPr lang="en-US" baseline="30000"/>
                            <m:t>2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E1AA5B-BAB2-4F74-86E1-DCA3AC59F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764" y="2015492"/>
                <a:ext cx="2197588" cy="521746"/>
              </a:xfrm>
              <a:prstGeom prst="rect">
                <a:avLst/>
              </a:prstGeom>
              <a:blipFill>
                <a:blip r:embed="rId7"/>
                <a:stretch>
                  <a:fillRect l="-1389" t="-147059" r="-6667" b="-20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681333-1887-444B-9D6B-6BB5B9E237D2}"/>
                  </a:ext>
                </a:extLst>
              </p:cNvPr>
              <p:cNvSpPr txBox="1"/>
              <p:nvPr/>
            </p:nvSpPr>
            <p:spPr>
              <a:xfrm>
                <a:off x="3580158" y="3695006"/>
                <a:ext cx="2850460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681333-1887-444B-9D6B-6BB5B9E23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58" y="3695006"/>
                <a:ext cx="2850460" cy="521746"/>
              </a:xfrm>
              <a:prstGeom prst="rect">
                <a:avLst/>
              </a:prstGeom>
              <a:blipFill>
                <a:blip r:embed="rId8"/>
                <a:stretch>
                  <a:fillRect l="-22436" t="-144186" r="-855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7B2094-6625-4836-B352-D79C580B21EA}"/>
                  </a:ext>
                </a:extLst>
              </p:cNvPr>
              <p:cNvSpPr txBox="1"/>
              <p:nvPr/>
            </p:nvSpPr>
            <p:spPr>
              <a:xfrm>
                <a:off x="3580158" y="4375883"/>
                <a:ext cx="2973827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)](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7B2094-6625-4836-B352-D79C580B2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58" y="4375883"/>
                <a:ext cx="2973827" cy="521746"/>
              </a:xfrm>
              <a:prstGeom prst="rect">
                <a:avLst/>
              </a:prstGeom>
              <a:blipFill>
                <a:blip r:embed="rId9"/>
                <a:stretch>
                  <a:fillRect l="-21721" t="-147059" r="-1230" b="-20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417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 Regression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7B2094-6625-4836-B352-D79C580B21EA}"/>
                  </a:ext>
                </a:extLst>
              </p:cNvPr>
              <p:cNvSpPr txBox="1"/>
              <p:nvPr/>
            </p:nvSpPr>
            <p:spPr>
              <a:xfrm>
                <a:off x="2597178" y="1236443"/>
                <a:ext cx="2973827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)](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7B2094-6625-4836-B352-D79C580B2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178" y="1236443"/>
                <a:ext cx="2973827" cy="521746"/>
              </a:xfrm>
              <a:prstGeom prst="rect">
                <a:avLst/>
              </a:prstGeom>
              <a:blipFill>
                <a:blip r:embed="rId5"/>
                <a:stretch>
                  <a:fillRect l="-22131" t="-147059" r="-1434" b="-20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F01637-2422-4E87-A46F-D3CB8260B658}"/>
                  </a:ext>
                </a:extLst>
              </p:cNvPr>
              <p:cNvSpPr txBox="1"/>
              <p:nvPr/>
            </p:nvSpPr>
            <p:spPr>
              <a:xfrm>
                <a:off x="2597178" y="1945103"/>
                <a:ext cx="3132461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)−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 =0</m:t>
                      </m:r>
                    </m:oMath>
                  </m:oMathPara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F01637-2422-4E87-A46F-D3CB8260B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178" y="1945103"/>
                <a:ext cx="3132461" cy="521746"/>
              </a:xfrm>
              <a:prstGeom prst="rect">
                <a:avLst/>
              </a:prstGeom>
              <a:blipFill>
                <a:blip r:embed="rId6"/>
                <a:stretch>
                  <a:fillRect l="-19844" t="-144186" r="-389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0C4B06-735E-4DD3-8ABC-12F170BF91CE}"/>
                  </a:ext>
                </a:extLst>
              </p:cNvPr>
              <p:cNvSpPr txBox="1"/>
              <p:nvPr/>
            </p:nvSpPr>
            <p:spPr>
              <a:xfrm>
                <a:off x="2663660" y="2584959"/>
                <a:ext cx="3366755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)−</m:t>
                          </m:r>
                        </m:e>
                      </m:nary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  <m:r>
                            <a:rPr lang="en-US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=0</m:t>
                      </m:r>
                    </m:oMath>
                  </m:oMathPara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0C4B06-735E-4DD3-8ABC-12F170BF9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660" y="2584959"/>
                <a:ext cx="3366755" cy="521746"/>
              </a:xfrm>
              <a:prstGeom prst="rect">
                <a:avLst/>
              </a:prstGeom>
              <a:blipFill>
                <a:blip r:embed="rId7"/>
                <a:stretch>
                  <a:fillRect l="-19203" t="-144186" r="-906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CE45C8-EAF9-42A1-BE6E-8120A953B13F}"/>
                  </a:ext>
                </a:extLst>
              </p:cNvPr>
              <p:cNvSpPr txBox="1"/>
              <p:nvPr/>
            </p:nvSpPr>
            <p:spPr>
              <a:xfrm>
                <a:off x="2597178" y="3155637"/>
                <a:ext cx="3932561" cy="2923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1900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𝑥𝑖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900" i="1" baseline="-250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  <m:r>
                          <a:rPr lang="en-US" sz="1900" i="1" baseline="30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9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CE45C8-EAF9-42A1-BE6E-8120A953B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178" y="3155637"/>
                <a:ext cx="3932561" cy="292388"/>
              </a:xfrm>
              <a:prstGeom prst="rect">
                <a:avLst/>
              </a:prstGeom>
              <a:blipFill>
                <a:blip r:embed="rId8"/>
                <a:stretch>
                  <a:fillRect l="-11163" t="-170833" b="-25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E054222-1445-469A-96EC-53186D0F199E}"/>
                  </a:ext>
                </a:extLst>
              </p:cNvPr>
              <p:cNvSpPr txBox="1"/>
              <p:nvPr/>
            </p:nvSpPr>
            <p:spPr>
              <a:xfrm>
                <a:off x="2711628" y="3626156"/>
                <a:ext cx="3932561" cy="2923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1900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𝑥𝑖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900" i="1" baseline="-250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  <m:r>
                          <a:rPr lang="en-US" sz="1900" i="1" baseline="30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900" baseline="30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E054222-1445-469A-96EC-53186D0F1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8" y="3626156"/>
                <a:ext cx="3932561" cy="292388"/>
              </a:xfrm>
              <a:prstGeom prst="rect">
                <a:avLst/>
              </a:prstGeom>
              <a:blipFill>
                <a:blip r:embed="rId9"/>
                <a:stretch>
                  <a:fillRect l="-11318" t="-170833" b="-25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EB507C-D998-4CE6-9EA4-D8FC956EA185}"/>
                  </a:ext>
                </a:extLst>
              </p:cNvPr>
              <p:cNvSpPr txBox="1"/>
              <p:nvPr/>
            </p:nvSpPr>
            <p:spPr>
              <a:xfrm>
                <a:off x="2369499" y="4136813"/>
                <a:ext cx="3932561" cy="622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900" dirty="0"/>
                        <m:t> </m:t>
                      </m:r>
                      <m:f>
                        <m:fPr>
                          <m:ctrlPr>
                            <a:rPr lang="en-US" sz="19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d>
                                <m:d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1900" i="1" baseline="-25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900" i="1" baseline="-25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1900" i="1" baseline="30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1900" baseline="30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EB507C-D998-4CE6-9EA4-D8FC956EA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99" y="4136813"/>
                <a:ext cx="3932561" cy="6229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76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2" grpId="0"/>
      <p:bldP spid="13" grpId="0"/>
      <p:bldP spid="18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F1593-B7D6-412B-8B10-77317238B423}"/>
                  </a:ext>
                </a:extLst>
              </p:cNvPr>
              <p:cNvSpPr txBox="1"/>
              <p:nvPr/>
            </p:nvSpPr>
            <p:spPr>
              <a:xfrm>
                <a:off x="941546" y="3034639"/>
                <a:ext cx="3858897" cy="484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 dirty="0"/>
                  <a:t>Loss Function 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en-US" sz="180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altLang="en-US" sz="1800" baseline="-250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wxi</m:t>
                        </m:r>
                        <m:r>
                          <m:rPr>
                            <m:nor/>
                          </m:rPr>
                          <a:rPr lang="es-ES" sz="1800" dirty="0"/>
                          <m:t>​+</m:t>
                        </m:r>
                        <m:r>
                          <m:rPr>
                            <m:nor/>
                          </m:rPr>
                          <a:rPr lang="en-US" sz="1800" b="0" i="0" dirty="0" smtClean="0"/>
                          <m:t>b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  <m:r>
                          <a:rPr lang="en-US" altLang="en-US" sz="18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F1593-B7D6-412B-8B10-77317238B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46" y="3034639"/>
                <a:ext cx="3858897" cy="484941"/>
              </a:xfrm>
              <a:prstGeom prst="rect">
                <a:avLst/>
              </a:prstGeom>
              <a:blipFill>
                <a:blip r:embed="rId5"/>
                <a:stretch>
                  <a:fillRect l="-1264" t="-79747" b="-13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5E02485-EFCE-4F3F-A21B-A3182AD37B3C}"/>
              </a:ext>
            </a:extLst>
          </p:cNvPr>
          <p:cNvSpPr txBox="1"/>
          <p:nvPr/>
        </p:nvSpPr>
        <p:spPr>
          <a:xfrm>
            <a:off x="2809329" y="1241487"/>
            <a:ext cx="24708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3000" dirty="0"/>
              <a:t>y = </a:t>
            </a:r>
            <a:r>
              <a:rPr lang="en-US" altLang="en-US" sz="3000" dirty="0" err="1"/>
              <a:t>wx</a:t>
            </a:r>
            <a:r>
              <a:rPr lang="en-US" altLang="en-US" sz="3000" baseline="-25000" dirty="0" err="1"/>
              <a:t>i</a:t>
            </a:r>
            <a:r>
              <a:rPr lang="en-US" altLang="en-US" sz="3000" dirty="0"/>
              <a:t> + b</a:t>
            </a:r>
          </a:p>
        </p:txBody>
      </p:sp>
      <p:sp>
        <p:nvSpPr>
          <p:cNvPr id="24" name="Line 65">
            <a:extLst>
              <a:ext uri="{FF2B5EF4-FFF2-40B4-BE49-F238E27FC236}">
                <a16:creationId xmlns:a16="http://schemas.microsoft.com/office/drawing/2014/main" id="{8F7D5AD0-B729-4355-811B-F8F2E6ED958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9538" y="1923792"/>
            <a:ext cx="1333178" cy="3317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5" name="Line 49">
            <a:extLst>
              <a:ext uri="{FF2B5EF4-FFF2-40B4-BE49-F238E27FC236}">
                <a16:creationId xmlns:a16="http://schemas.microsoft.com/office/drawing/2014/main" id="{25E2CED9-76F3-4F7B-B29C-CC8C61EEAA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060" y="2693977"/>
            <a:ext cx="2652713" cy="1809749"/>
          </a:xfrm>
          <a:prstGeom prst="line">
            <a:avLst/>
          </a:prstGeom>
          <a:noFill/>
          <a:ln w="38100">
            <a:solidFill>
              <a:srgbClr val="E115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B62EBA25-B46C-4197-855A-47D2027E33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4004" y="4622541"/>
            <a:ext cx="2932113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Text Box 14">
            <a:extLst>
              <a:ext uri="{FF2B5EF4-FFF2-40B4-BE49-F238E27FC236}">
                <a16:creationId xmlns:a16="http://schemas.microsoft.com/office/drawing/2014/main" id="{45B43896-C0C0-4E7F-B556-5019A3BE8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129" y="4346316"/>
            <a:ext cx="54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r>
              <a:rPr lang="en-US" altLang="en-US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8" name="Line 16">
            <a:extLst>
              <a:ext uri="{FF2B5EF4-FFF2-40B4-BE49-F238E27FC236}">
                <a16:creationId xmlns:a16="http://schemas.microsoft.com/office/drawing/2014/main" id="{C8890AE8-BD44-49A9-B84B-10A0FB2887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4479" y="2503229"/>
            <a:ext cx="12700" cy="21304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ext Box 20">
            <a:extLst>
              <a:ext uri="{FF2B5EF4-FFF2-40B4-BE49-F238E27FC236}">
                <a16:creationId xmlns:a16="http://schemas.microsoft.com/office/drawing/2014/main" id="{011E6251-301B-4727-9312-288F25E57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179" y="2152392"/>
            <a:ext cx="631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r>
              <a:rPr lang="en-US" altLang="en-US" sz="1800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0" name="Oval 40">
            <a:extLst>
              <a:ext uri="{FF2B5EF4-FFF2-40B4-BE49-F238E27FC236}">
                <a16:creationId xmlns:a16="http://schemas.microsoft.com/office/drawing/2014/main" id="{0A1D9712-49A3-4903-89BF-D7640ADDFA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6041" y="3732201"/>
            <a:ext cx="109538" cy="109537"/>
          </a:xfrm>
          <a:prstGeom prst="ellipse">
            <a:avLst/>
          </a:prstGeom>
          <a:solidFill>
            <a:schemeClr val="folHlink">
              <a:alpha val="70195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31" name="Oval 41">
            <a:extLst>
              <a:ext uri="{FF2B5EF4-FFF2-40B4-BE49-F238E27FC236}">
                <a16:creationId xmlns:a16="http://schemas.microsoft.com/office/drawing/2014/main" id="{BA638055-4D55-44B9-8BD5-10B9BE3A33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6041" y="3355964"/>
            <a:ext cx="109538" cy="109537"/>
          </a:xfrm>
          <a:prstGeom prst="ellipse">
            <a:avLst/>
          </a:prstGeom>
          <a:solidFill>
            <a:srgbClr val="FF0000">
              <a:alpha val="70195"/>
            </a:srgbClr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32" name="Rectangle 50">
            <a:extLst>
              <a:ext uri="{FF2B5EF4-FFF2-40B4-BE49-F238E27FC236}">
                <a16:creationId xmlns:a16="http://schemas.microsoft.com/office/drawing/2014/main" id="{56476C53-690A-4715-8814-372D3097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716" y="3360727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/>
              <a:t>d</a:t>
            </a:r>
            <a:r>
              <a:rPr lang="en-US" altLang="en-US" sz="1800" baseline="-25000"/>
              <a:t>1</a:t>
            </a:r>
          </a:p>
        </p:txBody>
      </p:sp>
      <p:sp>
        <p:nvSpPr>
          <p:cNvPr id="33" name="Line 53">
            <a:extLst>
              <a:ext uri="{FF2B5EF4-FFF2-40B4-BE49-F238E27FC236}">
                <a16:creationId xmlns:a16="http://schemas.microsoft.com/office/drawing/2014/main" id="{2BCA6F25-185B-4672-908D-B8679E6DF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3666" y="3500427"/>
            <a:ext cx="0" cy="228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4" name="AutoShape 56">
            <a:extLst>
              <a:ext uri="{FF2B5EF4-FFF2-40B4-BE49-F238E27FC236}">
                <a16:creationId xmlns:a16="http://schemas.microsoft.com/office/drawing/2014/main" id="{D950BD5F-6C5E-4156-95F3-ACB12DC10D35}"/>
              </a:ext>
            </a:extLst>
          </p:cNvPr>
          <p:cNvSpPr>
            <a:spLocks/>
          </p:cNvSpPr>
          <p:nvPr/>
        </p:nvSpPr>
        <p:spPr bwMode="auto">
          <a:xfrm>
            <a:off x="6285391" y="3424227"/>
            <a:ext cx="76200" cy="349250"/>
          </a:xfrm>
          <a:prstGeom prst="leftBrace">
            <a:avLst>
              <a:gd name="adj1" fmla="val 381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35" name="Oval 45">
            <a:extLst>
              <a:ext uri="{FF2B5EF4-FFF2-40B4-BE49-F238E27FC236}">
                <a16:creationId xmlns:a16="http://schemas.microsoft.com/office/drawing/2014/main" id="{688F0798-B04B-48B9-ACE2-1B3C92039D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51929" y="2266393"/>
            <a:ext cx="109538" cy="109537"/>
          </a:xfrm>
          <a:prstGeom prst="ellipse">
            <a:avLst/>
          </a:prstGeom>
          <a:solidFill>
            <a:srgbClr val="FF0000">
              <a:alpha val="70195"/>
            </a:srgbClr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36" name="Oval 48">
            <a:extLst>
              <a:ext uri="{FF2B5EF4-FFF2-40B4-BE49-F238E27FC236}">
                <a16:creationId xmlns:a16="http://schemas.microsoft.com/office/drawing/2014/main" id="{FF3C04A0-0874-4F34-AF21-5566BBE9D1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51929" y="2774393"/>
            <a:ext cx="109538" cy="109537"/>
          </a:xfrm>
          <a:prstGeom prst="ellipse">
            <a:avLst/>
          </a:prstGeom>
          <a:solidFill>
            <a:schemeClr val="folHlink">
              <a:alpha val="70195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37" name="Rectangle 52">
            <a:extLst>
              <a:ext uri="{FF2B5EF4-FFF2-40B4-BE49-F238E27FC236}">
                <a16:creationId xmlns:a16="http://schemas.microsoft.com/office/drawing/2014/main" id="{DAB9656F-7A04-4BEA-804F-8145EB07E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666" y="2374343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/>
              <a:t>d</a:t>
            </a:r>
            <a:r>
              <a:rPr lang="en-US" altLang="en-US" sz="1800" baseline="-25000"/>
              <a:t>3</a:t>
            </a:r>
          </a:p>
        </p:txBody>
      </p:sp>
      <p:sp>
        <p:nvSpPr>
          <p:cNvPr id="38" name="Line 55">
            <a:extLst>
              <a:ext uri="{FF2B5EF4-FFF2-40B4-BE49-F238E27FC236}">
                <a16:creationId xmlns:a16="http://schemas.microsoft.com/office/drawing/2014/main" id="{FF146792-2B39-4ECC-A129-809FCC662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7491" y="2342593"/>
            <a:ext cx="0" cy="484187"/>
          </a:xfrm>
          <a:prstGeom prst="line">
            <a:avLst/>
          </a:prstGeom>
          <a:noFill/>
          <a:ln w="9525">
            <a:solidFill>
              <a:schemeClr val="hlink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9" name="AutoShape 57">
            <a:extLst>
              <a:ext uri="{FF2B5EF4-FFF2-40B4-BE49-F238E27FC236}">
                <a16:creationId xmlns:a16="http://schemas.microsoft.com/office/drawing/2014/main" id="{2094D977-F38B-4ADB-98C4-0E00FB638092}"/>
              </a:ext>
            </a:extLst>
          </p:cNvPr>
          <p:cNvSpPr>
            <a:spLocks/>
          </p:cNvSpPr>
          <p:nvPr/>
        </p:nvSpPr>
        <p:spPr bwMode="auto">
          <a:xfrm>
            <a:off x="7739216" y="2312430"/>
            <a:ext cx="107950" cy="501650"/>
          </a:xfrm>
          <a:prstGeom prst="leftBrace">
            <a:avLst>
              <a:gd name="adj1" fmla="val 3872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40" name="Line 54">
            <a:extLst>
              <a:ext uri="{FF2B5EF4-FFF2-40B4-BE49-F238E27FC236}">
                <a16:creationId xmlns:a16="http://schemas.microsoft.com/office/drawing/2014/main" id="{D4A66993-48E6-4650-A757-32BA4E6D7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5805" y="3436926"/>
            <a:ext cx="0" cy="484187"/>
          </a:xfrm>
          <a:prstGeom prst="line">
            <a:avLst/>
          </a:prstGeom>
          <a:noFill/>
          <a:ln w="9525">
            <a:solidFill>
              <a:schemeClr val="hlink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" name="Oval 43">
            <a:extLst>
              <a:ext uri="{FF2B5EF4-FFF2-40B4-BE49-F238E27FC236}">
                <a16:creationId xmlns:a16="http://schemas.microsoft.com/office/drawing/2014/main" id="{195F1B92-6199-4A6E-B519-09C82EA02D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58180" y="3311514"/>
            <a:ext cx="109538" cy="109537"/>
          </a:xfrm>
          <a:prstGeom prst="ellipse">
            <a:avLst/>
          </a:prstGeom>
          <a:solidFill>
            <a:schemeClr val="folHlink">
              <a:alpha val="70195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42" name="Oval 46">
            <a:extLst>
              <a:ext uri="{FF2B5EF4-FFF2-40B4-BE49-F238E27FC236}">
                <a16:creationId xmlns:a16="http://schemas.microsoft.com/office/drawing/2014/main" id="{36DFC8DD-3479-41BF-97B1-09E5AF2407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56592" y="3816339"/>
            <a:ext cx="109538" cy="109537"/>
          </a:xfrm>
          <a:prstGeom prst="ellipse">
            <a:avLst/>
          </a:prstGeom>
          <a:solidFill>
            <a:srgbClr val="FF0000">
              <a:alpha val="70195"/>
            </a:srgbClr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43" name="Rectangle 51">
            <a:extLst>
              <a:ext uri="{FF2B5EF4-FFF2-40B4-BE49-F238E27FC236}">
                <a16:creationId xmlns:a16="http://schemas.microsoft.com/office/drawing/2014/main" id="{EBB5C624-4657-413E-83D7-365207732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330" y="3405176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 dirty="0"/>
              <a:t>d</a:t>
            </a:r>
            <a:r>
              <a:rPr lang="en-US" altLang="en-US" sz="1800" baseline="-25000" dirty="0"/>
              <a:t>2</a:t>
            </a:r>
          </a:p>
        </p:txBody>
      </p:sp>
      <p:sp>
        <p:nvSpPr>
          <p:cNvPr id="44" name="AutoShape 58">
            <a:extLst>
              <a:ext uri="{FF2B5EF4-FFF2-40B4-BE49-F238E27FC236}">
                <a16:creationId xmlns:a16="http://schemas.microsoft.com/office/drawing/2014/main" id="{5397BFE3-A7BC-48B1-882B-C22A8FC38122}"/>
              </a:ext>
            </a:extLst>
          </p:cNvPr>
          <p:cNvSpPr>
            <a:spLocks/>
          </p:cNvSpPr>
          <p:nvPr/>
        </p:nvSpPr>
        <p:spPr bwMode="auto">
          <a:xfrm flipH="1">
            <a:off x="7226455" y="3360726"/>
            <a:ext cx="76200" cy="565150"/>
          </a:xfrm>
          <a:prstGeom prst="leftBrace">
            <a:avLst>
              <a:gd name="adj1" fmla="val 6180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IN" altLang="en-US"/>
          </a:p>
        </p:txBody>
      </p:sp>
      <p:sp>
        <p:nvSpPr>
          <p:cNvPr id="45" name="Rectangle 60">
            <a:extLst>
              <a:ext uri="{FF2B5EF4-FFF2-40B4-BE49-F238E27FC236}">
                <a16:creationId xmlns:a16="http://schemas.microsoft.com/office/drawing/2014/main" id="{83D70E87-34A2-4230-92A7-D43D8F1B1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6430" y="1351225"/>
            <a:ext cx="1387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/>
              <a:t>Observed </a:t>
            </a:r>
            <a:r>
              <a:rPr lang="en-US" altLang="en-US" sz="1800" i="1" dirty="0"/>
              <a:t>y</a:t>
            </a:r>
            <a:r>
              <a:rPr lang="en-US" altLang="en-US" sz="1800" dirty="0">
                <a:latin typeface="Times New Roman" panose="02020603050405020304" pitchFamily="18" charset="0"/>
              </a:rPr>
              <a:t>-</a:t>
            </a:r>
            <a:r>
              <a:rPr lang="en-US" altLang="en-US" sz="1800" dirty="0"/>
              <a:t>value</a:t>
            </a:r>
          </a:p>
        </p:txBody>
      </p:sp>
      <p:sp>
        <p:nvSpPr>
          <p:cNvPr id="46" name="Rectangle 63">
            <a:extLst>
              <a:ext uri="{FF2B5EF4-FFF2-40B4-BE49-F238E27FC236}">
                <a16:creationId xmlns:a16="http://schemas.microsoft.com/office/drawing/2014/main" id="{8D7EDCA3-D556-4E5E-8F6B-C8B4C7ED7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570" y="3322626"/>
            <a:ext cx="1387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/>
              <a:t>Predicted </a:t>
            </a:r>
            <a:r>
              <a:rPr lang="en-US" altLang="en-US" sz="1800" i="1" dirty="0"/>
              <a:t>y</a:t>
            </a:r>
            <a:r>
              <a:rPr lang="en-US" altLang="en-US" sz="1800" dirty="0">
                <a:latin typeface="Times New Roman" panose="02020603050405020304" pitchFamily="18" charset="0"/>
              </a:rPr>
              <a:t>-</a:t>
            </a:r>
            <a:r>
              <a:rPr lang="en-US" altLang="en-US" sz="1800" dirty="0"/>
              <a:t>value</a:t>
            </a:r>
          </a:p>
        </p:txBody>
      </p:sp>
      <p:sp>
        <p:nvSpPr>
          <p:cNvPr id="47" name="Line 64">
            <a:extLst>
              <a:ext uri="{FF2B5EF4-FFF2-40B4-BE49-F238E27FC236}">
                <a16:creationId xmlns:a16="http://schemas.microsoft.com/office/drawing/2014/main" id="{285FFE93-779D-405F-9FD7-7B57E2ED8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1466" y="2883930"/>
            <a:ext cx="474661" cy="558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60">
                <a:extLst>
                  <a:ext uri="{FF2B5EF4-FFF2-40B4-BE49-F238E27FC236}">
                    <a16:creationId xmlns:a16="http://schemas.microsoft.com/office/drawing/2014/main" id="{FD874318-CAD7-4432-BBFE-AE56143E2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55" y="2239776"/>
                <a:ext cx="2923763" cy="3794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entury" panose="020406040505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800" dirty="0"/>
                  <a:t>Total Error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en-US" sz="180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altLang="en-US" sz="1800" baseline="-250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48" name="Rectangle 60">
                <a:extLst>
                  <a:ext uri="{FF2B5EF4-FFF2-40B4-BE49-F238E27FC236}">
                    <a16:creationId xmlns:a16="http://schemas.microsoft.com/office/drawing/2014/main" id="{FD874318-CAD7-4432-BBFE-AE56143E2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3955" y="2239776"/>
                <a:ext cx="2923763" cy="379463"/>
              </a:xfrm>
              <a:prstGeom prst="rect">
                <a:avLst/>
              </a:prstGeom>
              <a:blipFill>
                <a:blip r:embed="rId6"/>
                <a:stretch>
                  <a:fillRect t="-111111" b="-1793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52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19537-ABF0-4BE3-9A5A-D897BAC10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6730" y="2129274"/>
            <a:ext cx="3285366" cy="240692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48A45D-0899-49C4-8F52-E80338F4BB25}"/>
              </a:ext>
            </a:extLst>
          </p:cNvPr>
          <p:cNvSpPr txBox="1"/>
          <p:nvPr/>
        </p:nvSpPr>
        <p:spPr>
          <a:xfrm>
            <a:off x="3229691" y="1261005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 ← 0 and b ← 0</a:t>
            </a:r>
          </a:p>
        </p:txBody>
      </p:sp>
    </p:spTree>
    <p:extLst>
      <p:ext uri="{BB962C8B-B14F-4D97-AF65-F5344CB8AC3E}">
        <p14:creationId xmlns:p14="http://schemas.microsoft.com/office/powerpoint/2010/main" val="1370960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DCD1A7-EFE6-44F7-9D24-E3082BBA7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915" y="1351225"/>
            <a:ext cx="3749151" cy="325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85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B32FB-CA02-4627-81E8-A3C832DDACC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56" t="8968"/>
          <a:stretch/>
        </p:blipFill>
        <p:spPr>
          <a:xfrm>
            <a:off x="2666046" y="1351224"/>
            <a:ext cx="4251410" cy="31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6C96A-C66C-4C71-A1BB-E91217572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829" y="1351225"/>
            <a:ext cx="5799323" cy="1112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4D6F4-F805-4127-8DE3-AC73AA704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3907" y="2679660"/>
            <a:ext cx="2968093" cy="16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35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5576C0C6-DD6B-45C5-B949-A56B3393C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343862"/>
              </p:ext>
            </p:extLst>
          </p:nvPr>
        </p:nvGraphicFramePr>
        <p:xfrm>
          <a:off x="2063748" y="1644650"/>
          <a:ext cx="4332286" cy="1854200"/>
        </p:xfrm>
        <a:graphic>
          <a:graphicData uri="http://schemas.openxmlformats.org/drawingml/2006/table">
            <a:tbl>
              <a:tblPr firstRow="1" bandRow="1">
                <a:tableStyleId>{F4426CF8-0313-4C99-A3F8-F1ABAD366F97}</a:tableStyleId>
              </a:tblPr>
              <a:tblGrid>
                <a:gridCol w="1284286">
                  <a:extLst>
                    <a:ext uri="{9D8B030D-6E8A-4147-A177-3AD203B41FA5}">
                      <a16:colId xmlns:a16="http://schemas.microsoft.com/office/drawing/2014/main" val="47998476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3963174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23206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Y(Predicted)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8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26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95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83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66402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C0E7A8E-FB77-480E-9B7F-7B84F9EB5D2D}"/>
              </a:ext>
            </a:extLst>
          </p:cNvPr>
          <p:cNvSpPr txBox="1"/>
          <p:nvPr/>
        </p:nvSpPr>
        <p:spPr>
          <a:xfrm>
            <a:off x="1986620" y="3635986"/>
            <a:ext cx="24570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 = mx + c</a:t>
            </a:r>
          </a:p>
          <a:p>
            <a:r>
              <a:rPr lang="en-US" sz="1600" dirty="0"/>
              <a:t>Let,</a:t>
            </a:r>
          </a:p>
          <a:p>
            <a:endParaRPr lang="en-US" sz="1600" dirty="0"/>
          </a:p>
          <a:p>
            <a:r>
              <a:rPr lang="en-US" sz="1600" dirty="0"/>
              <a:t>m =0</a:t>
            </a:r>
          </a:p>
          <a:p>
            <a:r>
              <a:rPr lang="en-US" sz="1600" dirty="0"/>
              <a:t>C= 0</a:t>
            </a:r>
          </a:p>
        </p:txBody>
      </p:sp>
    </p:spTree>
    <p:extLst>
      <p:ext uri="{BB962C8B-B14F-4D97-AF65-F5344CB8AC3E}">
        <p14:creationId xmlns:p14="http://schemas.microsoft.com/office/powerpoint/2010/main" val="3275525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984529-8BAD-4D09-A895-C537AB080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589" y="1553126"/>
            <a:ext cx="7120203" cy="2235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143D9D-2AF4-4625-B88C-1BD227121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3485" y="3968522"/>
            <a:ext cx="4527788" cy="937518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BC59804-5CD5-4F09-80E5-E07A591137FF}"/>
              </a:ext>
            </a:extLst>
          </p:cNvPr>
          <p:cNvCxnSpPr>
            <a:cxnSpLocks/>
            <a:endCxn id="5" idx="1"/>
          </p:cNvCxnSpPr>
          <p:nvPr/>
        </p:nvCxnSpPr>
        <p:spPr>
          <a:xfrm rot="5400000">
            <a:off x="1970095" y="3356444"/>
            <a:ext cx="1984228" cy="177447"/>
          </a:xfrm>
          <a:prstGeom prst="bentConnector4">
            <a:avLst>
              <a:gd name="adj1" fmla="val 524"/>
              <a:gd name="adj2" fmla="val 22882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59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43D9D-2AF4-4625-B88C-1BD227121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792" y="1058268"/>
            <a:ext cx="4527788" cy="9375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6C0C25-64C8-43C7-A20A-BBA89500A5E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8993"/>
          <a:stretch/>
        </p:blipFill>
        <p:spPr>
          <a:xfrm>
            <a:off x="1232468" y="2382715"/>
            <a:ext cx="7094835" cy="49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335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EC0B56-DD85-4F7C-8172-930F3435F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72" y="1848388"/>
            <a:ext cx="665283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42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04F012-55A0-4FA3-8620-5AE892B7F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597" y="1600115"/>
            <a:ext cx="6785416" cy="242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27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B846F-D078-4251-9E8D-C2448DD72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53" y="1518278"/>
            <a:ext cx="5941262" cy="301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84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C6A741-1B03-4B92-8BE8-9DA6BA6FD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797" y="1106163"/>
            <a:ext cx="6776578" cy="39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33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Gradient Descent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8D676-B4A6-47AB-AD44-5BF6C086F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65" y="1658937"/>
            <a:ext cx="7487528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02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9407B1-12D2-4E7E-A62E-35A925521916}"/>
                  </a:ext>
                </a:extLst>
              </p:cNvPr>
              <p:cNvSpPr txBox="1"/>
              <p:nvPr/>
            </p:nvSpPr>
            <p:spPr>
              <a:xfrm>
                <a:off x="1356833" y="1484800"/>
                <a:ext cx="2506980" cy="746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000" dirty="0"/>
                  <a:t>f(x)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9407B1-12D2-4E7E-A62E-35A925521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833" y="1484800"/>
                <a:ext cx="2506980" cy="746743"/>
              </a:xfrm>
              <a:prstGeom prst="rect">
                <a:avLst/>
              </a:prstGeom>
              <a:blipFill>
                <a:blip r:embed="rId5"/>
                <a:stretch>
                  <a:fillRect l="-5839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EAE1D4-F99E-4B1F-93B8-0B418671656A}"/>
                  </a:ext>
                </a:extLst>
              </p:cNvPr>
              <p:cNvSpPr txBox="1"/>
              <p:nvPr/>
            </p:nvSpPr>
            <p:spPr>
              <a:xfrm>
                <a:off x="1410173" y="2673520"/>
                <a:ext cx="3870006" cy="746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000" dirty="0"/>
                  <a:t>f(x)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𝑤𝑥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EAE1D4-F99E-4B1F-93B8-0B4186716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173" y="2673520"/>
                <a:ext cx="3870006" cy="746743"/>
              </a:xfrm>
              <a:prstGeom prst="rect">
                <a:avLst/>
              </a:prstGeom>
              <a:blipFill>
                <a:blip r:embed="rId6"/>
                <a:stretch>
                  <a:fillRect l="-3622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65665CC-1B13-4B87-89C4-08B5506C58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891" y="1225031"/>
            <a:ext cx="4743045" cy="289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64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EAE1D4-F99E-4B1F-93B8-0B418671656A}"/>
                  </a:ext>
                </a:extLst>
              </p:cNvPr>
              <p:cNvSpPr txBox="1"/>
              <p:nvPr/>
            </p:nvSpPr>
            <p:spPr>
              <a:xfrm>
                <a:off x="1823412" y="1416220"/>
                <a:ext cx="3870006" cy="746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000" dirty="0"/>
                  <a:t>f(x)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𝑤𝑥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EAE1D4-F99E-4B1F-93B8-0B4186716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412" y="1416220"/>
                <a:ext cx="3870006" cy="746743"/>
              </a:xfrm>
              <a:prstGeom prst="rect">
                <a:avLst/>
              </a:prstGeom>
              <a:blipFill>
                <a:blip r:embed="rId5"/>
                <a:stretch>
                  <a:fillRect l="-3622" b="-8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845053B-1209-4C88-B510-1BDC19438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2953" y="2620711"/>
            <a:ext cx="4250465" cy="107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67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45053B-1209-4C88-B510-1BDC19438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26" y="1351225"/>
            <a:ext cx="4250465" cy="10700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1F8977-41BF-4369-9A6E-15C20E891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9089" y="2722228"/>
            <a:ext cx="7874911" cy="186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62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45053B-1209-4C88-B510-1BDC19438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26" y="1351225"/>
            <a:ext cx="4250465" cy="10700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1F8977-41BF-4369-9A6E-15C20E891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9089" y="2722228"/>
            <a:ext cx="7874911" cy="186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53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DAC0A-E850-460C-9EBD-16A427B73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21707"/>
            <a:ext cx="7356965" cy="502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204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B48416B-48BD-4952-A196-504B868D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70943"/>
              </p:ext>
            </p:extLst>
          </p:nvPr>
        </p:nvGraphicFramePr>
        <p:xfrm>
          <a:off x="2063748" y="1644650"/>
          <a:ext cx="4332286" cy="1854200"/>
        </p:xfrm>
        <a:graphic>
          <a:graphicData uri="http://schemas.openxmlformats.org/drawingml/2006/table">
            <a:tbl>
              <a:tblPr firstRow="1" bandRow="1">
                <a:tableStyleId>{F4426CF8-0313-4C99-A3F8-F1ABAD366F97}</a:tableStyleId>
              </a:tblPr>
              <a:tblGrid>
                <a:gridCol w="1284286">
                  <a:extLst>
                    <a:ext uri="{9D8B030D-6E8A-4147-A177-3AD203B41FA5}">
                      <a16:colId xmlns:a16="http://schemas.microsoft.com/office/drawing/2014/main" val="47998476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3963174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23206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Hour Stud</a:t>
                      </a:r>
                      <a:r>
                        <a:rPr lang="en-US" i="0" dirty="0"/>
                        <a:t>ied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Pass/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Y(Predicted)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8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26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95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83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664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084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A7EBF5-F509-41DA-B0F0-40B0A2A7B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65" y="1986653"/>
            <a:ext cx="5342083" cy="26824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FC6237-0151-4D56-A126-44CF46002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938" y="1137968"/>
            <a:ext cx="3538123" cy="89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10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B7111-D9C8-48E9-876A-1B410A385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89" y="2145325"/>
            <a:ext cx="8001021" cy="24172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5B178A-BF87-423E-9488-81870D342E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6052" b="12036"/>
          <a:stretch/>
        </p:blipFill>
        <p:spPr>
          <a:xfrm>
            <a:off x="449813" y="1184396"/>
            <a:ext cx="7874911" cy="78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1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6B525E-C584-440B-8F35-BF71DB517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39" y="2237238"/>
            <a:ext cx="7951256" cy="29062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4574C3-F4A8-4789-B067-5E5B1D83047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307" t="70061" r="25096"/>
          <a:stretch/>
        </p:blipFill>
        <p:spPr>
          <a:xfrm>
            <a:off x="4922686" y="536962"/>
            <a:ext cx="3648809" cy="150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07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9">
            <a:hlinkClick r:id="rId3" action="ppaction://hlinksldjump"/>
          </p:cNvPr>
          <p:cNvSpPr/>
          <p:nvPr/>
        </p:nvSpPr>
        <p:spPr>
          <a:xfrm>
            <a:off x="4637086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5" name="Google Shape;945;p69">
            <a:hlinkClick r:id="rId4" action="ppaction://hlinksldjump"/>
          </p:cNvPr>
          <p:cNvSpPr/>
          <p:nvPr/>
        </p:nvSpPr>
        <p:spPr>
          <a:xfrm>
            <a:off x="4229891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lita One"/>
                <a:ea typeface="Lilita One"/>
                <a:cs typeface="Lilita One"/>
                <a:sym typeface="Lilita One"/>
              </a:rPr>
              <a:t>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6" name="Google Shape;946;p69">
            <a:hlinkClick r:id="" action="ppaction://hlinkshowjump?jump=previousslide"/>
          </p:cNvPr>
          <p:cNvSpPr/>
          <p:nvPr/>
        </p:nvSpPr>
        <p:spPr>
          <a:xfrm flipH="1">
            <a:off x="3863813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ilita One"/>
                <a:ea typeface="Lilita One"/>
                <a:cs typeface="Lilita One"/>
                <a:sym typeface="Lilita One"/>
              </a:rPr>
              <a:t>&lt;</a:t>
            </a:r>
            <a:endParaRPr sz="2000"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47" name="Google Shape;947;p69">
            <a:hlinkClick r:id="" action="ppaction://hlinkshowjump?jump=nextslide"/>
          </p:cNvPr>
          <p:cNvSpPr/>
          <p:nvPr/>
        </p:nvSpPr>
        <p:spPr>
          <a:xfrm flipH="1">
            <a:off x="4994579" y="184075"/>
            <a:ext cx="2856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Lilita One"/>
                <a:ea typeface="Lilita One"/>
                <a:cs typeface="Lilita One"/>
                <a:sym typeface="Lilita One"/>
              </a:rPr>
              <a:t>&gt;</a:t>
            </a:r>
            <a:endParaRPr sz="2000" b="1" dirty="0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" name="Google Shape;920;p69">
            <a:extLst>
              <a:ext uri="{FF2B5EF4-FFF2-40B4-BE49-F238E27FC236}">
                <a16:creationId xmlns:a16="http://schemas.microsoft.com/office/drawing/2014/main" id="{B0B27427-1401-4308-A936-46B27F290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813" y="6073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AC1C2-74C2-47C7-BB35-1D8A529F3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40" y="1469011"/>
            <a:ext cx="7939719" cy="220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985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6"/>
          <p:cNvSpPr txBox="1">
            <a:spLocks noGrp="1"/>
          </p:cNvSpPr>
          <p:nvPr>
            <p:ph type="title"/>
          </p:nvPr>
        </p:nvSpPr>
        <p:spPr>
          <a:xfrm>
            <a:off x="3223260" y="1821180"/>
            <a:ext cx="3954780" cy="17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/>
              <a:t>Thank You</a:t>
            </a:r>
            <a:endParaRPr sz="7000" dirty="0"/>
          </a:p>
        </p:txBody>
      </p:sp>
    </p:spTree>
    <p:extLst>
      <p:ext uri="{BB962C8B-B14F-4D97-AF65-F5344CB8AC3E}">
        <p14:creationId xmlns:p14="http://schemas.microsoft.com/office/powerpoint/2010/main" val="1481876572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Wave XL by Slidesgo">
  <a:themeElements>
    <a:clrScheme name="Simple Light">
      <a:dk1>
        <a:srgbClr val="0D0D0D"/>
      </a:dk1>
      <a:lt1>
        <a:srgbClr val="FFFFFF"/>
      </a:lt1>
      <a:dk2>
        <a:srgbClr val="0D0D0D"/>
      </a:dk2>
      <a:lt2>
        <a:srgbClr val="0D0D0D"/>
      </a:lt2>
      <a:accent1>
        <a:srgbClr val="0D0D0D"/>
      </a:accent1>
      <a:accent2>
        <a:srgbClr val="0D0D0D"/>
      </a:accent2>
      <a:accent3>
        <a:srgbClr val="0D0D0D"/>
      </a:accent3>
      <a:accent4>
        <a:srgbClr val="0D0D0D"/>
      </a:accent4>
      <a:accent5>
        <a:srgbClr val="0D0D0D"/>
      </a:accent5>
      <a:accent6>
        <a:srgbClr val="0D0D0D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711</Words>
  <Application>Microsoft Office PowerPoint</Application>
  <PresentationFormat>On-screen Show (16:9)</PresentationFormat>
  <Paragraphs>340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Mulish</vt:lpstr>
      <vt:lpstr>Cambria Math</vt:lpstr>
      <vt:lpstr>Muli</vt:lpstr>
      <vt:lpstr>Lilita One</vt:lpstr>
      <vt:lpstr>Arial</vt:lpstr>
      <vt:lpstr>Times New Roman</vt:lpstr>
      <vt:lpstr>Modern Wave XL by Slidesgo</vt:lpstr>
      <vt:lpstr>Lecture 2  Linear Regression</vt:lpstr>
      <vt:lpstr>Table of contents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311 Design Pattern</dc:title>
  <dc:creator>Hp</dc:creator>
  <cp:lastModifiedBy>Sharifur  Rahman</cp:lastModifiedBy>
  <cp:revision>22</cp:revision>
  <dcterms:modified xsi:type="dcterms:W3CDTF">2025-06-30T18:23:39Z</dcterms:modified>
</cp:coreProperties>
</file>