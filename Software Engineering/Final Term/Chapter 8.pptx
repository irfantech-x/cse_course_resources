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media/image5.png" ContentType="image/png"/>
  <Override PartName="/ppt/media/image2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3.png" ContentType="image/png"/>
  <Override PartName="/ppt/media/image1.png" ContentType="image/png"/>
  <Override PartName="/ppt/media/image19.png" ContentType="image/png"/>
  <Override PartName="/ppt/media/image21.png" ContentType="image/png"/>
  <Override PartName="/ppt/media/image4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_rels/presentation.xml.rels" ContentType="application/vnd.openxmlformats-package.relationships+xml"/>
  <Override PartName="/customXml/itemProps3.xml" ContentType="application/vnd.openxmlformats-officedocument.customXml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0693400" cy="75628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ustomXml" Target="../customXml/item2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theme" Target="theme/theme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customXml" Target="../customXml/item3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66AA7A-6A69-41BC-B71C-E72D94262B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34600" y="301680"/>
            <a:ext cx="96235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34600" y="1769400"/>
            <a:ext cx="962352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6F708F-5BBB-42C7-92C7-DBB9CE534A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34600" y="301680"/>
            <a:ext cx="96235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34600" y="1769400"/>
            <a:ext cx="962352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67D262-AFA2-416A-9820-7C4900389E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34600" y="301680"/>
            <a:ext cx="96235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34600" y="1769400"/>
            <a:ext cx="469620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465880" y="1769400"/>
            <a:ext cx="469620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A8CD4B-6A18-4766-AB21-F16773174D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34600" y="301680"/>
            <a:ext cx="96235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BB7C80-FF59-4954-8AA4-4829B70B31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34600" y="301680"/>
            <a:ext cx="9623520" cy="585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CDC3AD-B5BB-439A-A631-E4529B24B2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34600" y="301680"/>
            <a:ext cx="96235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34600" y="1769400"/>
            <a:ext cx="469620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465880" y="1769400"/>
            <a:ext cx="469620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34600" y="4060440"/>
            <a:ext cx="469620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95E438-2486-4DC1-A534-ED8171CF49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34600" y="301680"/>
            <a:ext cx="96235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34600" y="1769400"/>
            <a:ext cx="469620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465880" y="1769400"/>
            <a:ext cx="469620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465880" y="4060440"/>
            <a:ext cx="469620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7A289B-9D2D-460D-B5DA-72D06AD1BC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34600" y="301680"/>
            <a:ext cx="96235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34600" y="1769400"/>
            <a:ext cx="469620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465880" y="1769400"/>
            <a:ext cx="469620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34600" y="4060440"/>
            <a:ext cx="962352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8907EC-E20A-4D75-BF7F-07050251EB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4600" y="301680"/>
            <a:ext cx="96235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34600" y="1769400"/>
            <a:ext cx="962352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34600" y="4060440"/>
            <a:ext cx="962352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97F4BD-090C-4411-A18A-88BF5BE891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34600" y="301680"/>
            <a:ext cx="96235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34600" y="1769400"/>
            <a:ext cx="469620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465880" y="1769400"/>
            <a:ext cx="469620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34600" y="4060440"/>
            <a:ext cx="469620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465880" y="4060440"/>
            <a:ext cx="469620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9F7927-4FCC-4CAC-987F-8C6B8AAF2D4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34600" y="301680"/>
            <a:ext cx="96235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34600" y="1769400"/>
            <a:ext cx="309852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788280" y="1769400"/>
            <a:ext cx="309852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042320" y="1769400"/>
            <a:ext cx="309852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34600" y="4060440"/>
            <a:ext cx="309852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788280" y="4060440"/>
            <a:ext cx="309852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042320" y="4060440"/>
            <a:ext cx="3098520" cy="20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0C3697-1DC9-414F-AC03-23E35D9A7F0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635640" y="7033320"/>
            <a:ext cx="342144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2"/>
          </p:nvPr>
        </p:nvSpPr>
        <p:spPr>
          <a:xfrm>
            <a:off x="534600" y="7033320"/>
            <a:ext cx="245916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7699320" y="7033320"/>
            <a:ext cx="245916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4A89DA3-2B45-4567-979F-6CF0ADFDEB7D}" type="slidenum"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34600" y="301680"/>
            <a:ext cx="96235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800" spc="-1" strike="noStrike">
                <a:latin typeface="Calibri"/>
              </a:rPr>
              <a:t>Click to edit the title text format</a:t>
            </a:r>
            <a:endParaRPr b="0" lang="en-US" sz="1800" spc="-1" strike="noStrike"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34600" y="1769400"/>
            <a:ext cx="962352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Click to edit the outline text format</a:t>
            </a:r>
            <a:endParaRPr b="0" lang="en-US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Calibri"/>
              </a:rPr>
              <a:t>Second Outline Level</a:t>
            </a:r>
            <a:endParaRPr b="0" lang="en-US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Third Outline Level</a:t>
            </a:r>
            <a:endParaRPr b="0" lang="en-US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Calibri"/>
              </a:rPr>
              <a:t>Fourth Outline Level</a:t>
            </a:r>
            <a:endParaRPr b="0" lang="en-US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Calibri"/>
              </a:rPr>
              <a:t>Fifth Outline Level</a:t>
            </a:r>
            <a:endParaRPr b="0" lang="en-US" sz="20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Calibri"/>
              </a:rPr>
              <a:t>Sixth Outline Level</a:t>
            </a:r>
            <a:endParaRPr b="0" lang="en-US" sz="20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Calibri"/>
              </a:rPr>
              <a:t>Seventh Outline Level</a:t>
            </a:r>
            <a:endParaRPr b="0" lang="en-US" sz="2000" spc="-1" strike="noStrike"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0691640" cy="75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93B1BA4AC6F14F9B933FA2396D6F5F" ma:contentTypeVersion="3" ma:contentTypeDescription="Create a new document." ma:contentTypeScope="" ma:versionID="dcb47435bd690d189eb2afe4cd5c6c19">
  <xsd:schema xmlns:xsd="http://www.w3.org/2001/XMLSchema" xmlns:xs="http://www.w3.org/2001/XMLSchema" xmlns:p="http://schemas.microsoft.com/office/2006/metadata/properties" xmlns:ns2="c53b7811-e8ad-4959-b18f-bb512d4c369d" targetNamespace="http://schemas.microsoft.com/office/2006/metadata/properties" ma:root="true" ma:fieldsID="f2f32abd767404178ac7392705fd054c" ns2:_="">
    <xsd:import namespace="c53b7811-e8ad-4959-b18f-bb512d4c36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3b7811-e8ad-4959-b18f-bb512d4c36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707F36-6303-4C51-BC29-08FEBC3F5E3F}"/>
</file>

<file path=customXml/itemProps2.xml><?xml version="1.0" encoding="utf-8"?>
<ds:datastoreItem xmlns:ds="http://schemas.openxmlformats.org/officeDocument/2006/customXml" ds:itemID="{52D8B47F-0711-4820-990E-D961066E658A}"/>
</file>

<file path=customXml/itemProps3.xml><?xml version="1.0" encoding="utf-8"?>
<ds:datastoreItem xmlns:ds="http://schemas.openxmlformats.org/officeDocument/2006/customXml" ds:itemID="{C56951AA-B7AC-428B-8FE8-8D44EF974FA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/>
  <cp:revision>1</cp:revision>
  <dcterms:created xsi:type="dcterms:W3CDTF">2023-12-23T08:54:44Z</dcterms:created>
  <dcterms:modified xsi:type="dcterms:W3CDTF">2023-12-23T15:02:24Z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2023-05-30T00:00:00Z</vt:filetime>
  </property>
  <property fmtid="{D5CDD505-2E9C-101B-9397-08002B2CF9AE}" pid="3" name="LastSaved">
    <vt:filetime>2023-12-23T00:00:00Z</vt:filetime>
  </property>
  <property fmtid="{D5CDD505-2E9C-101B-9397-08002B2CF9AE}" pid="4" name="PresentationFormat">
    <vt:lpwstr>On-screen Show (4:3)</vt:lpwstr>
  </property>
  <property fmtid="{D5CDD505-2E9C-101B-9397-08002B2CF9AE}" pid="5" name="Producer">
    <vt:lpwstr>mPDF 8.1.2</vt:lpwstr>
  </property>
  <property fmtid="{D5CDD505-2E9C-101B-9397-08002B2CF9AE}" pid="6" name="ContentTypeId">
    <vt:lpwstr>0x010100D893B1BA4AC6F14F9B933FA2396D6F5F</vt:lpwstr>
  </property>
</Properties>
</file>