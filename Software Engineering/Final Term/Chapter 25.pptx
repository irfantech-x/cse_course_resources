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jpeg" ContentType="image/jpeg"/>
  <Override PartName="/ppt/media/image2.jpeg" ContentType="image/jpeg"/>
  <Override PartName="/ppt/media/image3.jpeg" ContentType="image/jpeg"/>
  <Override PartName="/ppt/media/image4.jpeg" ContentType="image/jpeg"/>
  <Override PartName="/ppt/media/image5.jpeg" ContentType="image/jpeg"/>
  <Override PartName="/ppt/media/image6.jpeg" ContentType="image/jpeg"/>
  <Override PartName="/ppt/media/image7.jpeg" ContentType="image/jpeg"/>
  <Override PartName="/ppt/media/image8.jpeg" ContentType="image/jpe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_rels/presentation.xml.rels" ContentType="application/vnd.openxmlformats-package.relationships+xml"/>
  <Override PartName="/customXml/itemProps3.xml" ContentType="application/vnd.openxmlformats-officedocument.customXmlPropertie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6076950" cy="45529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customXml" Target="../customXml/item2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customXml" Target="../customXml/item1.xml"/><Relationship Id="rId2" Type="http://schemas.openxmlformats.org/officeDocument/2006/relationships/slideMaster" Target="slideMasters/slideMaster1.xml"/><Relationship Id="rId1" Type="http://schemas.openxmlformats.org/officeDocument/2006/relationships/theme" Target="theme/theme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customXml" Target="../customXml/item3.xml"/>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530B210-94A8-4582-8E93-617650A0ACB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303840" y="1065240"/>
            <a:ext cx="5468760" cy="264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26E82E0-D1BF-42D3-9CEE-90B46CB18F9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303840" y="1065240"/>
            <a:ext cx="5468760" cy="264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8FE1069-48EB-4D35-9E0A-3C31A5759B4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303840" y="1065240"/>
            <a:ext cx="2668680" cy="264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3106440" y="1065240"/>
            <a:ext cx="2668680" cy="264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1943BDC-5C7A-4AF4-AADE-67990F422D6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D452CE4-953D-4A2F-B55F-30C62F1207E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85800" y="2130480"/>
            <a:ext cx="7772040" cy="681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A4FC1F1-8D36-4EA3-AB08-54807541B86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303840" y="1065240"/>
            <a:ext cx="2668680" cy="125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3106440" y="1065240"/>
            <a:ext cx="2668680" cy="264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303840" y="2444400"/>
            <a:ext cx="2668680" cy="125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470D895-832E-4D6C-87EB-5E86964E1C2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303840" y="1065240"/>
            <a:ext cx="2668680" cy="264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3106440" y="1065240"/>
            <a:ext cx="2668680" cy="125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3106440" y="2444400"/>
            <a:ext cx="2668680" cy="125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F708D39-CD7C-447F-A320-7FCA44FC138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303840" y="1065240"/>
            <a:ext cx="2668680" cy="125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3106440" y="1065240"/>
            <a:ext cx="2668680" cy="125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303840" y="2444400"/>
            <a:ext cx="5468760" cy="125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B0AD5D1-4011-4A9D-B49E-078EFB1FDC9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303840" y="1065240"/>
            <a:ext cx="5468760" cy="125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303840" y="2444400"/>
            <a:ext cx="5468760" cy="125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160C9FB-9C88-46FF-BEF7-4204DE43115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303840" y="1065240"/>
            <a:ext cx="2668680" cy="125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3106440" y="1065240"/>
            <a:ext cx="2668680" cy="125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303840" y="2444400"/>
            <a:ext cx="2668680" cy="125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3106440" y="2444400"/>
            <a:ext cx="2668680" cy="125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28A394F-EFF0-43CB-9D35-0C76FE8D9FA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303840" y="1065240"/>
            <a:ext cx="1760760" cy="125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8000"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2153160" y="1065240"/>
            <a:ext cx="1760760" cy="125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8000"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002120" y="1065240"/>
            <a:ext cx="1760760" cy="125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8000"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303840" y="2444400"/>
            <a:ext cx="1760760" cy="125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8000"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2153160" y="2444400"/>
            <a:ext cx="1760760" cy="125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8000"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4002120" y="2444400"/>
            <a:ext cx="1760760" cy="125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8000"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7E0BA2A-30C4-4A41-8134-96233198FE7C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&lt;date/time&gt;</a:t>
            </a:r>
            <a:endParaRPr b="0" lang="en-US" sz="12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6995C64-2C8B-4295-94A4-2433E33A093B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303840" y="1065240"/>
            <a:ext cx="5468760" cy="264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2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pic>
        <p:nvPicPr>
          <p:cNvPr id="43" name="Picture 3" descr="image.jpg"/>
          <p:cNvPicPr/>
          <p:nvPr/>
        </p:nvPicPr>
        <p:blipFill>
          <a:blip r:embed="rId1"/>
          <a:stretch/>
        </p:blipFill>
        <p:spPr>
          <a:xfrm>
            <a:off x="0" y="0"/>
            <a:ext cx="6076440" cy="4552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pic>
        <p:nvPicPr>
          <p:cNvPr id="46" name="Picture 3" descr="image.jpg"/>
          <p:cNvPicPr/>
          <p:nvPr/>
        </p:nvPicPr>
        <p:blipFill>
          <a:blip r:embed="rId1"/>
          <a:stretch/>
        </p:blipFill>
        <p:spPr>
          <a:xfrm>
            <a:off x="0" y="0"/>
            <a:ext cx="6076440" cy="4552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pic>
        <p:nvPicPr>
          <p:cNvPr id="49" name="Picture 3" descr="image.jpg"/>
          <p:cNvPicPr/>
          <p:nvPr/>
        </p:nvPicPr>
        <p:blipFill>
          <a:blip r:embed="rId1"/>
          <a:stretch/>
        </p:blipFill>
        <p:spPr>
          <a:xfrm>
            <a:off x="0" y="0"/>
            <a:ext cx="6076440" cy="4552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pic>
        <p:nvPicPr>
          <p:cNvPr id="52" name="Picture 3" descr="image.jpg"/>
          <p:cNvPicPr/>
          <p:nvPr/>
        </p:nvPicPr>
        <p:blipFill>
          <a:blip r:embed="rId1"/>
          <a:stretch/>
        </p:blipFill>
        <p:spPr>
          <a:xfrm>
            <a:off x="0" y="0"/>
            <a:ext cx="6076440" cy="4552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pic>
        <p:nvPicPr>
          <p:cNvPr id="55" name="Picture 3" descr="image.jpg"/>
          <p:cNvPicPr/>
          <p:nvPr/>
        </p:nvPicPr>
        <p:blipFill>
          <a:blip r:embed="rId1"/>
          <a:stretch/>
        </p:blipFill>
        <p:spPr>
          <a:xfrm>
            <a:off x="0" y="0"/>
            <a:ext cx="6076440" cy="4552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pic>
        <p:nvPicPr>
          <p:cNvPr id="58" name="Picture 3" descr="image.jpg"/>
          <p:cNvPicPr/>
          <p:nvPr/>
        </p:nvPicPr>
        <p:blipFill>
          <a:blip r:embed="rId1"/>
          <a:stretch/>
        </p:blipFill>
        <p:spPr>
          <a:xfrm>
            <a:off x="0" y="0"/>
            <a:ext cx="6076440" cy="4552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pic>
        <p:nvPicPr>
          <p:cNvPr id="61" name="Picture 3" descr="image.jpg"/>
          <p:cNvPicPr/>
          <p:nvPr/>
        </p:nvPicPr>
        <p:blipFill>
          <a:blip r:embed="rId1"/>
          <a:stretch/>
        </p:blipFill>
        <p:spPr>
          <a:xfrm>
            <a:off x="0" y="0"/>
            <a:ext cx="6076440" cy="4552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pic>
        <p:nvPicPr>
          <p:cNvPr id="64" name="Picture 3" descr="image.jpg"/>
          <p:cNvPicPr/>
          <p:nvPr/>
        </p:nvPicPr>
        <p:blipFill>
          <a:blip r:embed="rId1"/>
          <a:stretch/>
        </p:blipFill>
        <p:spPr>
          <a:xfrm>
            <a:off x="0" y="0"/>
            <a:ext cx="6076440" cy="4552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893B1BA4AC6F14F9B933FA2396D6F5F" ma:contentTypeVersion="3" ma:contentTypeDescription="Create a new document." ma:contentTypeScope="" ma:versionID="dcb47435bd690d189eb2afe4cd5c6c19">
  <xsd:schema xmlns:xsd="http://www.w3.org/2001/XMLSchema" xmlns:xs="http://www.w3.org/2001/XMLSchema" xmlns:p="http://schemas.microsoft.com/office/2006/metadata/properties" xmlns:ns2="c53b7811-e8ad-4959-b18f-bb512d4c369d" targetNamespace="http://schemas.microsoft.com/office/2006/metadata/properties" ma:root="true" ma:fieldsID="f2f32abd767404178ac7392705fd054c" ns2:_="">
    <xsd:import namespace="c53b7811-e8ad-4959-b18f-bb512d4c369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53b7811-e8ad-4959-b18f-bb512d4c369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5E8FE3D-0921-47E6-859D-35A460B1D333}"/>
</file>

<file path=customXml/itemProps2.xml><?xml version="1.0" encoding="utf-8"?>
<ds:datastoreItem xmlns:ds="http://schemas.openxmlformats.org/officeDocument/2006/customXml" ds:itemID="{C0003A49-F24F-485E-9434-20AE0F601C59}"/>
</file>

<file path=customXml/itemProps3.xml><?xml version="1.0" encoding="utf-8"?>
<ds:datastoreItem xmlns:ds="http://schemas.openxmlformats.org/officeDocument/2006/customXml" ds:itemID="{57850B19-7511-45CD-9518-DF3F8785A5C8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Application>LibreOffice/7.3.7.2$Linux_X86_64 LibreOffice_project/30$Build-2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dc:description>generated using python-pptx</dc:description>
  <cp:lastModifiedBy/>
  <cp:revision>2</cp:revision>
  <dcterms:created xsi:type="dcterms:W3CDTF">2013-01-27T09:14:16Z</dcterms:created>
  <dcterms:modified xsi:type="dcterms:W3CDTF">2023-12-23T10:41:10Z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  <property fmtid="{D5CDD505-2E9C-101B-9397-08002B2CF9AE}" pid="3" name="ContentTypeId">
    <vt:lpwstr>0x010100D893B1BA4AC6F14F9B933FA2396D6F5F</vt:lpwstr>
  </property>
</Properties>
</file>