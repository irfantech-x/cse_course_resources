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4552950" cx="607695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HkqhpfoVQSCj1F9TmuTp0Cj2o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8" Type="http://schemas.openxmlformats.org/officeDocument/2006/relationships/slide" Target="slides/slide4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customschemas.google.com/relationships/presentationmetadata" Target="metadata"/><Relationship Id="rId7" Type="http://schemas.openxmlformats.org/officeDocument/2006/relationships/slide" Target="slides/slide3.xml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20" Type="http://schemas.openxmlformats.org/officeDocument/2006/relationships/customXml" Target="../customXml/item3.xml"/><Relationship Id="rId11" Type="http://schemas.openxmlformats.org/officeDocument/2006/relationships/slide" Target="slides/slide7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2" type="body"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3" type="body"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3" type="body"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2" type="body"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2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3" type="body"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4" type="body"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" type="body"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2" type="body"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3" type="body"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4" type="body"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5" type="body"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6" type="body"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3"/>
          <p:cNvSpPr txBox="1"/>
          <p:nvPr>
            <p:ph idx="1"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 txBox="1"/>
          <p:nvPr>
            <p:ph idx="1"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C66164-AB93-4D15-B043-864D8683D967}"/>
</file>

<file path=customXml/itemProps2.xml><?xml version="1.0" encoding="utf-8"?>
<ds:datastoreItem xmlns:ds="http://schemas.openxmlformats.org/officeDocument/2006/customXml" ds:itemID="{DF20D985-4593-49B8-82B2-7C88C2BF3074}"/>
</file>

<file path=customXml/itemProps3.xml><?xml version="1.0" encoding="utf-8"?>
<ds:datastoreItem xmlns:ds="http://schemas.openxmlformats.org/officeDocument/2006/customXml" ds:itemID="{9A5F66B7-E9E3-4217-B02A-484BF5FAC2F5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