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theme+xml" PartName="/ppt/theme/theme8.xml"/>
  <Override ContentType="application/vnd.openxmlformats-officedocument.theme+xml" PartName="/ppt/theme/theme9.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 id="2147483650" r:id="rId5"/>
    <p:sldMasterId id="2147483655" r:id="rId6"/>
    <p:sldMasterId id="2147483657" r:id="rId7"/>
    <p:sldMasterId id="2147483659" r:id="rId8"/>
    <p:sldMasterId id="2147483661" r:id="rId9"/>
    <p:sldMasterId id="2147483663" r:id="rId10"/>
    <p:sldMasterId id="2147483665" r:id="rId11"/>
  </p:sldMasterIdLst>
  <p:notesMasterIdLst>
    <p:notesMasterId r:id="rId12"/>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Lst>
  <p:sldSz cy="6858000" cx="9144000"/>
  <p:notesSz cx="7315200" cy="96012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3024">
          <p15:clr>
            <a:srgbClr val="000000"/>
          </p15:clr>
        </p15:guide>
        <p15:guide id="2" pos="2303">
          <p15:clr>
            <a:srgbClr val="000000"/>
          </p15:clr>
        </p15:guide>
      </p15:notesGuideLst>
    </p:ext>
    <p:ext uri="GoogleSlidesCustomDataVersion2">
      <go:slidesCustomData xmlns:go="http://customooxmlschemas.google.com/" r:id="rId35" roundtripDataSignature="AMtx7mihz+X8obyxxpfHMxs+zxvhFUE3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3024" orient="horz"/>
        <p:guide pos="2303"/>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8.xml"/><Relationship Id="rId22" Type="http://schemas.openxmlformats.org/officeDocument/2006/relationships/slide" Target="slides/slide10.xml"/><Relationship Id="rId21" Type="http://schemas.openxmlformats.org/officeDocument/2006/relationships/slide" Target="slides/slide9.xml"/><Relationship Id="rId24" Type="http://schemas.openxmlformats.org/officeDocument/2006/relationships/slide" Target="slides/slide12.xml"/><Relationship Id="rId23" Type="http://schemas.openxmlformats.org/officeDocument/2006/relationships/slide" Target="slides/slide11.xml"/><Relationship Id="rId1" Type="http://schemas.openxmlformats.org/officeDocument/2006/relationships/theme" Target="theme/theme8.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26" Type="http://schemas.openxmlformats.org/officeDocument/2006/relationships/slide" Target="slides/slide14.xml"/><Relationship Id="rId25" Type="http://schemas.openxmlformats.org/officeDocument/2006/relationships/slide" Target="slides/slide13.xml"/><Relationship Id="rId28" Type="http://schemas.openxmlformats.org/officeDocument/2006/relationships/slide" Target="slides/slide16.xml"/><Relationship Id="rId27" Type="http://schemas.openxmlformats.org/officeDocument/2006/relationships/slide" Target="slides/slide15.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17.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19.xml"/><Relationship Id="rId30" Type="http://schemas.openxmlformats.org/officeDocument/2006/relationships/slide" Target="slides/slide18.xml"/><Relationship Id="rId11" Type="http://schemas.openxmlformats.org/officeDocument/2006/relationships/slideMaster" Target="slideMasters/slideMaster8.xml"/><Relationship Id="rId33" Type="http://schemas.openxmlformats.org/officeDocument/2006/relationships/slide" Target="slides/slide21.xml"/><Relationship Id="rId10" Type="http://schemas.openxmlformats.org/officeDocument/2006/relationships/slideMaster" Target="slideMasters/slideMaster7.xml"/><Relationship Id="rId32" Type="http://schemas.openxmlformats.org/officeDocument/2006/relationships/slide" Target="slides/slide20.xml"/><Relationship Id="rId13" Type="http://schemas.openxmlformats.org/officeDocument/2006/relationships/slide" Target="slides/slide1.xml"/><Relationship Id="rId35" Type="http://customschemas.google.com/relationships/presentationmetadata" Target="metadata"/><Relationship Id="rId12" Type="http://schemas.openxmlformats.org/officeDocument/2006/relationships/notesMaster" Target="notesMasters/notesMaster1.xml"/><Relationship Id="rId34" Type="http://schemas.openxmlformats.org/officeDocument/2006/relationships/slide" Target="slides/slide22.xml"/><Relationship Id="rId15" Type="http://schemas.openxmlformats.org/officeDocument/2006/relationships/slide" Target="slides/slide3.xml"/><Relationship Id="rId14" Type="http://schemas.openxmlformats.org/officeDocument/2006/relationships/slide" Target="slides/slide2.xml"/><Relationship Id="rId17" Type="http://schemas.openxmlformats.org/officeDocument/2006/relationships/slide" Target="slides/slide5.xml"/><Relationship Id="rId16" Type="http://schemas.openxmlformats.org/officeDocument/2006/relationships/slide" Target="slides/slide4.xml"/><Relationship Id="rId19" Type="http://schemas.openxmlformats.org/officeDocument/2006/relationships/slide" Target="slides/slide7.xml"/><Relationship Id="rId1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68650" cy="48101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4144962" y="0"/>
            <a:ext cx="3168650" cy="481012"/>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9118600"/>
            <a:ext cx="3168650" cy="481012"/>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65" name="Google Shape;165;p1: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1: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lt1"/>
              </a:buClr>
              <a:buSzPts val="1800"/>
              <a:buFont typeface="Arial"/>
              <a:buNone/>
            </a:pPr>
            <a:fld id="{00000000-1234-1234-1234-123412341234}" type="slidenum">
              <a:rPr b="0" i="0" lang="en-US" sz="1800" u="none">
                <a:solidFill>
                  <a:schemeClr val="lt1"/>
                </a:solidFill>
                <a:latin typeface="Arial"/>
                <a:ea typeface="Arial"/>
                <a:cs typeface="Arial"/>
                <a:sym typeface="Arial"/>
              </a:rPr>
              <a:t>‹#›</a:t>
            </a:fld>
            <a:endParaRPr/>
          </a:p>
        </p:txBody>
      </p:sp>
      <p:sp>
        <p:nvSpPr>
          <p:cNvPr id="167" name="Google Shape;167;p1: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200"/>
              <a:buFont typeface="Calibri"/>
              <a:buNone/>
            </a:pPr>
            <a:r>
              <a:rPr b="0" i="0" lang="en-US" sz="1200" u="none">
                <a:solidFill>
                  <a:schemeClr val="lt1"/>
                </a:solidFill>
                <a:latin typeface="Calibri"/>
                <a:ea typeface="Calibri"/>
                <a:cs typeface="Calibri"/>
                <a:sym typeface="Calibri"/>
              </a:rPr>
              <a:t>Optimisation of the Beer Distribution Game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2: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72" name="Google Shape;172;p2: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2: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174" name="Google Shape;174;p2: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3: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81" name="Google Shape;181;p3: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3: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183" name="Google Shape;183;p3: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4: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91" name="Google Shape;191;p4: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4: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193" name="Google Shape;193;p4: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5: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00" name="Google Shape;200;p5: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5: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202" name="Google Shape;202;p5: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6: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09" name="Google Shape;209;p6: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6: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211" name="Google Shape;211;p6: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7: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18" name="Google Shape;218;p7: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7: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220" name="Google Shape;220;p7: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8: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27" name="Google Shape;227;p8: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8: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229" name="Google Shape;229;p8: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9: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39" name="Google Shape;239;p9: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9: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241" name="Google Shape;241;p9: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0: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50" name="Google Shape;250;p10: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10: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252" name="Google Shape;252;p10: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1: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61" name="Google Shape;261;p11: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11: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263" name="Google Shape;263;p11: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2: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73" name="Google Shape;273;p12: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12: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275" name="Google Shape;275;p12: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3: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88" name="Google Shape;288;p13: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13: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290" name="Google Shape;290;p13: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4: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03" name="Google Shape;303;p14: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14: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305" name="Google Shape;305;p14: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5: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18" name="Google Shape;318;p15: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15: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320" name="Google Shape;320;p15: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6: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32" name="Google Shape;332;p16: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16: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334" name="Google Shape;334;p16: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7: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47" name="Google Shape;347;p17: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17: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349" name="Google Shape;349;p17: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8: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64" name="Google Shape;364;p18: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18: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366" name="Google Shape;366;p18: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19: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80" name="Google Shape;380;p19: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p19: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382" name="Google Shape;382;p19: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20: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95" name="Google Shape;395;p20: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20: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397" name="Google Shape;397;p20: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21: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10" name="Google Shape;410;p21: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 name="Google Shape;411;p21: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412" name="Google Shape;412;p21: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22:notes"/>
          <p:cNvSpPr/>
          <p:nvPr>
            <p:ph idx="2" type="sldImg"/>
          </p:nvPr>
        </p:nvSpPr>
        <p:spPr>
          <a:xfrm>
            <a:off x="1258887" y="720725"/>
            <a:ext cx="4797425" cy="35988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25" name="Google Shape;425;p22:notes"/>
          <p:cNvSpPr txBox="1"/>
          <p:nvPr>
            <p:ph idx="1" type="body"/>
          </p:nvPr>
        </p:nvSpPr>
        <p:spPr>
          <a:xfrm>
            <a:off x="731837" y="4560887"/>
            <a:ext cx="5851525" cy="43195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p22:notes"/>
          <p:cNvSpPr txBox="1"/>
          <p:nvPr/>
        </p:nvSpPr>
        <p:spPr>
          <a:xfrm>
            <a:off x="0" y="0"/>
            <a:ext cx="3168650" cy="4810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Calibri"/>
              <a:buNone/>
            </a:pPr>
            <a:r>
              <a:rPr b="0" i="0" lang="en-US" sz="1200" u="none">
                <a:solidFill>
                  <a:srgbClr val="000000"/>
                </a:solidFill>
                <a:latin typeface="Calibri"/>
                <a:ea typeface="Calibri"/>
                <a:cs typeface="Calibri"/>
                <a:sym typeface="Calibri"/>
              </a:rPr>
              <a:t>Optimisation of the Beer Distribution Game</a:t>
            </a:r>
            <a:endParaRPr/>
          </a:p>
        </p:txBody>
      </p:sp>
      <p:sp>
        <p:nvSpPr>
          <p:cNvPr id="427" name="Google Shape;427;p22:notes"/>
          <p:cNvSpPr txBox="1"/>
          <p:nvPr/>
        </p:nvSpPr>
        <p:spPr>
          <a:xfrm>
            <a:off x="4144962" y="9118600"/>
            <a:ext cx="3168650" cy="481012"/>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
          <p:cNvSpPr txBox="1"/>
          <p:nvPr>
            <p:ph type="ctrTitle"/>
          </p:nvPr>
        </p:nvSpPr>
        <p:spPr>
          <a:xfrm>
            <a:off x="2362200" y="4038600"/>
            <a:ext cx="6477000" cy="18288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4"/>
          <p:cNvSpPr txBox="1"/>
          <p:nvPr>
            <p:ph idx="1" type="subTitle"/>
          </p:nvPr>
        </p:nvSpPr>
        <p:spPr>
          <a:xfrm>
            <a:off x="2362200" y="6050037"/>
            <a:ext cx="6705600" cy="685800"/>
          </a:xfrm>
          <a:prstGeom prst="rect">
            <a:avLst/>
          </a:prstGeom>
          <a:noFill/>
          <a:ln>
            <a:noFill/>
          </a:ln>
        </p:spPr>
        <p:txBody>
          <a:bodyPr anchorCtr="0" anchor="ctr" bIns="45700" lIns="91425" spcFirstLastPara="1" rIns="91425" wrap="square" tIns="45700">
            <a:normAutofit/>
          </a:bodyPr>
          <a:lstStyle>
            <a:lvl1pPr lvl="0" algn="l">
              <a:spcBef>
                <a:spcPts val="700"/>
              </a:spcBef>
              <a:spcAft>
                <a:spcPts val="0"/>
              </a:spcAft>
              <a:buSzPts val="1560"/>
              <a:buNone/>
              <a:defRPr sz="2600">
                <a:solidFill>
                  <a:srgbClr val="FFFFFF"/>
                </a:solidFill>
              </a:defRPr>
            </a:lvl1pPr>
            <a:lvl2pPr lvl="1" algn="ctr">
              <a:spcBef>
                <a:spcPts val="550"/>
              </a:spcBef>
              <a:spcAft>
                <a:spcPts val="0"/>
              </a:spcAft>
              <a:buSzPts val="1260"/>
              <a:buNone/>
              <a:defRPr/>
            </a:lvl2pPr>
            <a:lvl3pPr lvl="2" algn="ctr">
              <a:spcBef>
                <a:spcPts val="500"/>
              </a:spcBef>
              <a:spcAft>
                <a:spcPts val="0"/>
              </a:spcAft>
              <a:buSzPts val="1350"/>
              <a:buNone/>
              <a:defRPr/>
            </a:lvl3pPr>
            <a:lvl4pPr lvl="3" algn="ctr">
              <a:spcBef>
                <a:spcPts val="400"/>
              </a:spcBef>
              <a:spcAft>
                <a:spcPts val="0"/>
              </a:spcAft>
              <a:buSzPts val="1350"/>
              <a:buNone/>
              <a:defRPr/>
            </a:lvl4pPr>
            <a:lvl5pPr lvl="4" algn="ctr">
              <a:spcBef>
                <a:spcPts val="400"/>
              </a:spcBef>
              <a:spcAft>
                <a:spcPts val="0"/>
              </a:spcAft>
              <a:buSzPts val="1170"/>
              <a:buNone/>
              <a:defRPr/>
            </a:lvl5pPr>
            <a:lvl6pPr lvl="5" algn="ctr">
              <a:spcBef>
                <a:spcPts val="360"/>
              </a:spcBef>
              <a:spcAft>
                <a:spcPts val="0"/>
              </a:spcAft>
              <a:buSzPts val="1800"/>
              <a:buNone/>
              <a:defRPr/>
            </a:lvl6pPr>
            <a:lvl7pPr lvl="6" algn="ctr">
              <a:spcBef>
                <a:spcPts val="360"/>
              </a:spcBef>
              <a:spcAft>
                <a:spcPts val="0"/>
              </a:spcAft>
              <a:buSzPts val="180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24" name="Google Shape;24;p24"/>
          <p:cNvSpPr txBox="1"/>
          <p:nvPr>
            <p:ph idx="10" type="dt"/>
          </p:nvPr>
        </p:nvSpPr>
        <p:spPr>
          <a:xfrm>
            <a:off x="76200" y="6069012"/>
            <a:ext cx="2057400" cy="6858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2000">
                <a:solidFill>
                  <a:srgbClr val="FFFFFF"/>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
          <p:cNvSpPr txBox="1"/>
          <p:nvPr>
            <p:ph idx="11" type="ftr"/>
          </p:nvPr>
        </p:nvSpPr>
        <p:spPr>
          <a:xfrm>
            <a:off x="2085975" y="236537"/>
            <a:ext cx="58674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lt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
          <p:cNvSpPr txBox="1"/>
          <p:nvPr>
            <p:ph idx="12" type="sldNum"/>
          </p:nvPr>
        </p:nvSpPr>
        <p:spPr>
          <a:xfrm>
            <a:off x="8001000" y="228600"/>
            <a:ext cx="838200" cy="381000"/>
          </a:xfrm>
          <a:prstGeom prst="rect">
            <a:avLst/>
          </a:prstGeom>
          <a:noFill/>
          <a:ln>
            <a:noFill/>
          </a:ln>
        </p:spPr>
        <p:txBody>
          <a:bodyPr anchorCtr="0" anchor="ctr" bIns="45700" lIns="91425" spcFirstLastPara="1" rIns="91425" wrap="square" tIns="45700">
            <a:normAutofit/>
          </a:bodyPr>
          <a:lstStyle>
            <a:lvl1pPr indent="0" lvl="0" marL="0" marR="0" algn="ctr">
              <a:lnSpc>
                <a:spcPct val="100000"/>
              </a:lnSpc>
              <a:spcBef>
                <a:spcPts val="0"/>
              </a:spcBef>
              <a:spcAft>
                <a:spcPts val="0"/>
              </a:spcAft>
              <a:buClr>
                <a:schemeClr val="lt2"/>
              </a:buClr>
              <a:buSzPts val="1400"/>
              <a:buFont typeface="Twentieth Century"/>
              <a:buNone/>
              <a:defRPr b="1" i="0" sz="1400" u="none">
                <a:solidFill>
                  <a:schemeClr val="lt2"/>
                </a:solidFill>
                <a:latin typeface="Twentieth Century"/>
                <a:ea typeface="Twentieth Century"/>
                <a:cs typeface="Twentieth Century"/>
                <a:sym typeface="Twentieth Century"/>
              </a:defRPr>
            </a:lvl1pPr>
            <a:lvl2pPr indent="0" lvl="1" marL="0" marR="0" algn="ctr">
              <a:lnSpc>
                <a:spcPct val="100000"/>
              </a:lnSpc>
              <a:spcBef>
                <a:spcPts val="0"/>
              </a:spcBef>
              <a:spcAft>
                <a:spcPts val="0"/>
              </a:spcAft>
              <a:buClr>
                <a:schemeClr val="lt2"/>
              </a:buClr>
              <a:buSzPts val="1400"/>
              <a:buFont typeface="Twentieth Century"/>
              <a:buNone/>
              <a:defRPr b="1" i="0" sz="1400" u="none">
                <a:solidFill>
                  <a:schemeClr val="lt2"/>
                </a:solidFill>
                <a:latin typeface="Twentieth Century"/>
                <a:ea typeface="Twentieth Century"/>
                <a:cs typeface="Twentieth Century"/>
                <a:sym typeface="Twentieth Century"/>
              </a:defRPr>
            </a:lvl2pPr>
            <a:lvl3pPr indent="0" lvl="2" marL="0" marR="0" algn="ctr">
              <a:lnSpc>
                <a:spcPct val="100000"/>
              </a:lnSpc>
              <a:spcBef>
                <a:spcPts val="0"/>
              </a:spcBef>
              <a:spcAft>
                <a:spcPts val="0"/>
              </a:spcAft>
              <a:buClr>
                <a:schemeClr val="lt2"/>
              </a:buClr>
              <a:buSzPts val="1400"/>
              <a:buFont typeface="Twentieth Century"/>
              <a:buNone/>
              <a:defRPr b="1" i="0" sz="1400" u="none">
                <a:solidFill>
                  <a:schemeClr val="lt2"/>
                </a:solidFill>
                <a:latin typeface="Twentieth Century"/>
                <a:ea typeface="Twentieth Century"/>
                <a:cs typeface="Twentieth Century"/>
                <a:sym typeface="Twentieth Century"/>
              </a:defRPr>
            </a:lvl3pPr>
            <a:lvl4pPr indent="0" lvl="3" marL="0" marR="0" algn="ctr">
              <a:lnSpc>
                <a:spcPct val="100000"/>
              </a:lnSpc>
              <a:spcBef>
                <a:spcPts val="0"/>
              </a:spcBef>
              <a:spcAft>
                <a:spcPts val="0"/>
              </a:spcAft>
              <a:buClr>
                <a:schemeClr val="lt2"/>
              </a:buClr>
              <a:buSzPts val="1400"/>
              <a:buFont typeface="Twentieth Century"/>
              <a:buNone/>
              <a:defRPr b="1" i="0" sz="1400" u="none">
                <a:solidFill>
                  <a:schemeClr val="lt2"/>
                </a:solidFill>
                <a:latin typeface="Twentieth Century"/>
                <a:ea typeface="Twentieth Century"/>
                <a:cs typeface="Twentieth Century"/>
                <a:sym typeface="Twentieth Century"/>
              </a:defRPr>
            </a:lvl4pPr>
            <a:lvl5pPr indent="0" lvl="4" marL="0" marR="0" algn="ctr">
              <a:lnSpc>
                <a:spcPct val="100000"/>
              </a:lnSpc>
              <a:spcBef>
                <a:spcPts val="0"/>
              </a:spcBef>
              <a:spcAft>
                <a:spcPts val="0"/>
              </a:spcAft>
              <a:buClr>
                <a:schemeClr val="lt2"/>
              </a:buClr>
              <a:buSzPts val="1400"/>
              <a:buFont typeface="Twentieth Century"/>
              <a:buNone/>
              <a:defRPr b="1" i="0" sz="1400" u="none">
                <a:solidFill>
                  <a:schemeClr val="lt2"/>
                </a:solidFill>
                <a:latin typeface="Twentieth Century"/>
                <a:ea typeface="Twentieth Century"/>
                <a:cs typeface="Twentieth Century"/>
                <a:sym typeface="Twentieth Century"/>
              </a:defRPr>
            </a:lvl5pPr>
            <a:lvl6pPr indent="0" lvl="5" marL="0" marR="0" algn="ctr">
              <a:lnSpc>
                <a:spcPct val="100000"/>
              </a:lnSpc>
              <a:spcBef>
                <a:spcPts val="0"/>
              </a:spcBef>
              <a:spcAft>
                <a:spcPts val="0"/>
              </a:spcAft>
              <a:buClr>
                <a:schemeClr val="lt2"/>
              </a:buClr>
              <a:buSzPts val="1400"/>
              <a:buFont typeface="Twentieth Century"/>
              <a:buNone/>
              <a:defRPr b="1" i="0" sz="1400" u="none">
                <a:solidFill>
                  <a:schemeClr val="lt2"/>
                </a:solidFill>
                <a:latin typeface="Twentieth Century"/>
                <a:ea typeface="Twentieth Century"/>
                <a:cs typeface="Twentieth Century"/>
                <a:sym typeface="Twentieth Century"/>
              </a:defRPr>
            </a:lvl6pPr>
            <a:lvl7pPr indent="0" lvl="6" marL="0" marR="0" algn="ctr">
              <a:lnSpc>
                <a:spcPct val="100000"/>
              </a:lnSpc>
              <a:spcBef>
                <a:spcPts val="0"/>
              </a:spcBef>
              <a:spcAft>
                <a:spcPts val="0"/>
              </a:spcAft>
              <a:buClr>
                <a:schemeClr val="lt2"/>
              </a:buClr>
              <a:buSzPts val="1400"/>
              <a:buFont typeface="Twentieth Century"/>
              <a:buNone/>
              <a:defRPr b="1" i="0" sz="1400" u="none">
                <a:solidFill>
                  <a:schemeClr val="lt2"/>
                </a:solidFill>
                <a:latin typeface="Twentieth Century"/>
                <a:ea typeface="Twentieth Century"/>
                <a:cs typeface="Twentieth Century"/>
                <a:sym typeface="Twentieth Century"/>
              </a:defRPr>
            </a:lvl7pPr>
            <a:lvl8pPr indent="0" lvl="7" marL="0" marR="0" algn="ctr">
              <a:lnSpc>
                <a:spcPct val="100000"/>
              </a:lnSpc>
              <a:spcBef>
                <a:spcPts val="0"/>
              </a:spcBef>
              <a:spcAft>
                <a:spcPts val="0"/>
              </a:spcAft>
              <a:buClr>
                <a:schemeClr val="lt2"/>
              </a:buClr>
              <a:buSzPts val="1400"/>
              <a:buFont typeface="Twentieth Century"/>
              <a:buNone/>
              <a:defRPr b="1" i="0" sz="1400" u="none">
                <a:solidFill>
                  <a:schemeClr val="lt2"/>
                </a:solidFill>
                <a:latin typeface="Twentieth Century"/>
                <a:ea typeface="Twentieth Century"/>
                <a:cs typeface="Twentieth Century"/>
                <a:sym typeface="Twentieth Century"/>
              </a:defRPr>
            </a:lvl8pPr>
            <a:lvl9pPr indent="0" lvl="8" marL="0" marR="0" algn="ctr">
              <a:lnSpc>
                <a:spcPct val="100000"/>
              </a:lnSpc>
              <a:spcBef>
                <a:spcPts val="0"/>
              </a:spcBef>
              <a:spcAft>
                <a:spcPts val="0"/>
              </a:spcAft>
              <a:buClr>
                <a:schemeClr val="lt2"/>
              </a:buClr>
              <a:buSzPts val="1400"/>
              <a:buFont typeface="Twentieth Century"/>
              <a:buNone/>
              <a:defRPr b="1" i="0" sz="1400" u="none">
                <a:solidFill>
                  <a:schemeClr val="lt2"/>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6" name="Shape 36"/>
        <p:cNvGrpSpPr/>
        <p:nvPr/>
      </p:nvGrpSpPr>
      <p:grpSpPr>
        <a:xfrm>
          <a:off x="0" y="0"/>
          <a:ext cx="0" cy="0"/>
          <a:chOff x="0" y="0"/>
          <a:chExt cx="0" cy="0"/>
        </a:xfrm>
      </p:grpSpPr>
      <p:sp>
        <p:nvSpPr>
          <p:cNvPr id="37" name="Google Shape;37;p26"/>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6"/>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9" name="Google Shape;39;p26"/>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6"/>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6"/>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rmAutofit/>
          </a:bodyPr>
          <a:lstStyle>
            <a:lvl1pPr indent="0" lvl="0"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1pPr>
            <a:lvl2pPr indent="0" lvl="1"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2pPr>
            <a:lvl3pPr indent="0" lvl="2"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3pPr>
            <a:lvl4pPr indent="0" lvl="3"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4pPr>
            <a:lvl5pPr indent="0" lvl="4"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5pPr>
            <a:lvl6pPr indent="0" lvl="5"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6pPr>
            <a:lvl7pPr indent="0" lvl="6"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7pPr>
            <a:lvl8pPr indent="0" lvl="7"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8pPr>
            <a:lvl9pPr indent="0" lvl="8"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2" name="Shape 42"/>
        <p:cNvGrpSpPr/>
        <p:nvPr/>
      </p:nvGrpSpPr>
      <p:grpSpPr>
        <a:xfrm>
          <a:off x="0" y="0"/>
          <a:ext cx="0" cy="0"/>
          <a:chOff x="0" y="0"/>
          <a:chExt cx="0" cy="0"/>
        </a:xfrm>
      </p:grpSpPr>
      <p:sp>
        <p:nvSpPr>
          <p:cNvPr id="43" name="Google Shape;43;p27"/>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7"/>
          <p:cNvSpPr txBox="1"/>
          <p:nvPr>
            <p:ph idx="1" type="body"/>
          </p:nvPr>
        </p:nvSpPr>
        <p:spPr>
          <a:xfrm rot="5400000">
            <a:off x="2426494" y="-213519"/>
            <a:ext cx="4525962" cy="8153400"/>
          </a:xfrm>
          <a:prstGeom prst="rect">
            <a:avLst/>
          </a:prstGeom>
          <a:noFill/>
          <a:ln>
            <a:noFill/>
          </a:ln>
        </p:spPr>
        <p:txBody>
          <a:bodyPr anchorCtr="0" anchor="t" bIns="45700" lIns="91425" spcFirstLastPara="1" rIns="91425" wrap="square" tIns="45700">
            <a:no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5" name="Google Shape;45;p27"/>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7"/>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7"/>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rmAutofit/>
          </a:bodyPr>
          <a:lstStyle>
            <a:lvl1pPr indent="0" lvl="0"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1pPr>
            <a:lvl2pPr indent="0" lvl="1"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2pPr>
            <a:lvl3pPr indent="0" lvl="2"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3pPr>
            <a:lvl4pPr indent="0" lvl="3"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4pPr>
            <a:lvl5pPr indent="0" lvl="4"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5pPr>
            <a:lvl6pPr indent="0" lvl="5"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6pPr>
            <a:lvl7pPr indent="0" lvl="6"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7pPr>
            <a:lvl8pPr indent="0" lvl="7"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8pPr>
            <a:lvl9pPr indent="0" lvl="8"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8" name="Shape 48"/>
        <p:cNvGrpSpPr/>
        <p:nvPr/>
      </p:nvGrpSpPr>
      <p:grpSpPr>
        <a:xfrm>
          <a:off x="0" y="0"/>
          <a:ext cx="0" cy="0"/>
          <a:chOff x="0" y="0"/>
          <a:chExt cx="0" cy="0"/>
        </a:xfrm>
      </p:grpSpPr>
      <p:sp>
        <p:nvSpPr>
          <p:cNvPr id="49" name="Google Shape;49;p28"/>
          <p:cNvSpPr txBox="1"/>
          <p:nvPr>
            <p:ph type="title"/>
          </p:nvPr>
        </p:nvSpPr>
        <p:spPr>
          <a:xfrm>
            <a:off x="609600" y="273050"/>
            <a:ext cx="8077200" cy="8699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2"/>
              </a:buClr>
              <a:buSzPts val="4400"/>
              <a:buFont typeface="Twentieth Century"/>
              <a:buNone/>
              <a:defRPr b="0" sz="4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28"/>
          <p:cNvSpPr txBox="1"/>
          <p:nvPr>
            <p:ph idx="1" type="body"/>
          </p:nvPr>
        </p:nvSpPr>
        <p:spPr>
          <a:xfrm>
            <a:off x="609600" y="1752600"/>
            <a:ext cx="1600200" cy="4343400"/>
          </a:xfrm>
          <a:prstGeom prst="rect">
            <a:avLst/>
          </a:prstGeom>
          <a:solidFill>
            <a:schemeClr val="accent2"/>
          </a:solidFill>
          <a:ln cap="sq" cmpd="dbl" w="50800">
            <a:solidFill>
              <a:schemeClr val="accent2"/>
            </a:solidFill>
            <a:prstDash val="solid"/>
            <a:miter lim="800000"/>
            <a:headEnd len="sm" w="sm" type="none"/>
            <a:tailEnd len="sm" w="sm" type="none"/>
          </a:ln>
        </p:spPr>
        <p:txBody>
          <a:bodyPr anchorCtr="0" anchor="t" bIns="91425" lIns="137150" spcFirstLastPara="1" rIns="137150" wrap="square" tIns="182875">
            <a:noAutofit/>
          </a:bodyPr>
          <a:lstStyle>
            <a:lvl1pPr indent="-228600" lvl="0" marL="457200" algn="l">
              <a:spcBef>
                <a:spcPts val="700"/>
              </a:spcBef>
              <a:spcAft>
                <a:spcPts val="0"/>
              </a:spcAft>
              <a:buSzPts val="1080"/>
              <a:buNone/>
              <a:defRPr sz="1800">
                <a:solidFill>
                  <a:schemeClr val="lt1"/>
                </a:solidFill>
                <a:latin typeface="Twentieth Century"/>
                <a:ea typeface="Twentieth Century"/>
                <a:cs typeface="Twentieth Century"/>
                <a:sym typeface="Twentieth Century"/>
              </a:defRPr>
            </a:lvl1pPr>
            <a:lvl2pPr indent="-228600" lvl="1" marL="914400" algn="l">
              <a:spcBef>
                <a:spcPts val="1000"/>
              </a:spcBef>
              <a:spcAft>
                <a:spcPts val="0"/>
              </a:spcAft>
              <a:buSzPts val="840"/>
              <a:buNone/>
              <a:defRPr sz="1200">
                <a:solidFill>
                  <a:schemeClr val="lt1"/>
                </a:solidFill>
                <a:latin typeface="Twentieth Century"/>
                <a:ea typeface="Twentieth Century"/>
                <a:cs typeface="Twentieth Century"/>
                <a:sym typeface="Twentieth Century"/>
              </a:defRPr>
            </a:lvl2pPr>
            <a:lvl3pPr indent="-228600" lvl="2" marL="1371600" algn="l">
              <a:spcBef>
                <a:spcPts val="500"/>
              </a:spcBef>
              <a:spcAft>
                <a:spcPts val="0"/>
              </a:spcAft>
              <a:buSzPts val="750"/>
              <a:buNone/>
              <a:defRPr sz="1000">
                <a:solidFill>
                  <a:schemeClr val="lt1"/>
                </a:solidFill>
                <a:latin typeface="Twentieth Century"/>
                <a:ea typeface="Twentieth Century"/>
                <a:cs typeface="Twentieth Century"/>
                <a:sym typeface="Twentieth Century"/>
              </a:defRPr>
            </a:lvl3pPr>
            <a:lvl4pPr indent="-228600" lvl="3" marL="1828800" algn="l">
              <a:spcBef>
                <a:spcPts val="400"/>
              </a:spcBef>
              <a:spcAft>
                <a:spcPts val="0"/>
              </a:spcAft>
              <a:buSzPts val="675"/>
              <a:buNone/>
              <a:defRPr sz="900">
                <a:solidFill>
                  <a:schemeClr val="lt1"/>
                </a:solidFill>
                <a:latin typeface="Twentieth Century"/>
                <a:ea typeface="Twentieth Century"/>
                <a:cs typeface="Twentieth Century"/>
                <a:sym typeface="Twentieth Century"/>
              </a:defRPr>
            </a:lvl4pPr>
            <a:lvl5pPr indent="-228600" lvl="4" marL="2286000" algn="l">
              <a:spcBef>
                <a:spcPts val="400"/>
              </a:spcBef>
              <a:spcAft>
                <a:spcPts val="0"/>
              </a:spcAft>
              <a:buSzPts val="585"/>
              <a:buNone/>
              <a:defRPr sz="900">
                <a:solidFill>
                  <a:schemeClr val="lt1"/>
                </a:solidFill>
                <a:latin typeface="Twentieth Century"/>
                <a:ea typeface="Twentieth Century"/>
                <a:cs typeface="Twentieth Century"/>
                <a:sym typeface="Twentieth Century"/>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1" name="Google Shape;51;p28"/>
          <p:cNvSpPr txBox="1"/>
          <p:nvPr>
            <p:ph idx="2" type="body"/>
          </p:nvPr>
        </p:nvSpPr>
        <p:spPr>
          <a:xfrm>
            <a:off x="2362200" y="1752600"/>
            <a:ext cx="6400800" cy="4419600"/>
          </a:xfrm>
          <a:prstGeom prst="rect">
            <a:avLst/>
          </a:prstGeom>
          <a:noFill/>
          <a:ln>
            <a:noFill/>
          </a:ln>
        </p:spPr>
        <p:txBody>
          <a:bodyPr anchorCtr="0" anchor="t" bIns="45700" lIns="91425" spcFirstLastPara="1" rIns="91425" wrap="square" tIns="45700">
            <a:no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2" name="Google Shape;52;p28"/>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8"/>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8"/>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rmAutofit/>
          </a:bodyPr>
          <a:lstStyle>
            <a:lvl1pPr indent="0" lvl="0"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1pPr>
            <a:lvl2pPr indent="0" lvl="1"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2pPr>
            <a:lvl3pPr indent="0" lvl="2"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3pPr>
            <a:lvl4pPr indent="0" lvl="3"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4pPr>
            <a:lvl5pPr indent="0" lvl="4"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5pPr>
            <a:lvl6pPr indent="0" lvl="5"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6pPr>
            <a:lvl7pPr indent="0" lvl="6"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7pPr>
            <a:lvl8pPr indent="0" lvl="7"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8pPr>
            <a:lvl9pPr indent="0" lvl="8"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29"/>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9"/>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9"/>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9"/>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rmAutofit/>
          </a:bodyPr>
          <a:lstStyle>
            <a:lvl1pPr indent="0" lvl="0"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1pPr>
            <a:lvl2pPr indent="0" lvl="1"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2pPr>
            <a:lvl3pPr indent="0" lvl="2"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3pPr>
            <a:lvl4pPr indent="0" lvl="3"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4pPr>
            <a:lvl5pPr indent="0" lvl="4"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5pPr>
            <a:lvl6pPr indent="0" lvl="5"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6pPr>
            <a:lvl7pPr indent="0" lvl="6"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7pPr>
            <a:lvl8pPr indent="0" lvl="7"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8pPr>
            <a:lvl9pPr indent="0" lvl="8"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31"/>
          <p:cNvSpPr txBox="1"/>
          <p:nvPr>
            <p:ph idx="1" type="body"/>
          </p:nvPr>
        </p:nvSpPr>
        <p:spPr>
          <a:xfrm>
            <a:off x="1371600" y="2743200"/>
            <a:ext cx="7123113" cy="1673225"/>
          </a:xfrm>
          <a:prstGeom prst="rect">
            <a:avLst/>
          </a:prstGeom>
          <a:noFill/>
          <a:ln>
            <a:noFill/>
          </a:ln>
        </p:spPr>
        <p:txBody>
          <a:bodyPr anchorCtr="0" anchor="t" bIns="45700" lIns="91425" spcFirstLastPara="1" rIns="91425" wrap="square" tIns="45700">
            <a:noAutofit/>
          </a:bodyPr>
          <a:lstStyle>
            <a:lvl1pPr indent="-228600" lvl="0" marL="457200" algn="l">
              <a:spcBef>
                <a:spcPts val="700"/>
              </a:spcBef>
              <a:spcAft>
                <a:spcPts val="0"/>
              </a:spcAft>
              <a:buSzPts val="1680"/>
              <a:buNone/>
              <a:defRPr sz="2800">
                <a:solidFill>
                  <a:schemeClr val="dk2"/>
                </a:solidFill>
              </a:defRPr>
            </a:lvl1pPr>
            <a:lvl2pPr indent="-228600" lvl="1" marL="914400" algn="l">
              <a:spcBef>
                <a:spcPts val="550"/>
              </a:spcBef>
              <a:spcAft>
                <a:spcPts val="0"/>
              </a:spcAft>
              <a:buSzPts val="1260"/>
              <a:buNone/>
              <a:defRPr sz="1800">
                <a:solidFill>
                  <a:srgbClr val="888888"/>
                </a:solidFill>
              </a:defRPr>
            </a:lvl2pPr>
            <a:lvl3pPr indent="-228600" lvl="2" marL="1371600" algn="l">
              <a:spcBef>
                <a:spcPts val="500"/>
              </a:spcBef>
              <a:spcAft>
                <a:spcPts val="0"/>
              </a:spcAft>
              <a:buSzPts val="1200"/>
              <a:buNone/>
              <a:defRPr sz="1600">
                <a:solidFill>
                  <a:srgbClr val="888888"/>
                </a:solidFill>
              </a:defRPr>
            </a:lvl3pPr>
            <a:lvl4pPr indent="-228600" lvl="3" marL="1828800" algn="l">
              <a:spcBef>
                <a:spcPts val="400"/>
              </a:spcBef>
              <a:spcAft>
                <a:spcPts val="0"/>
              </a:spcAft>
              <a:buSzPts val="1050"/>
              <a:buNone/>
              <a:defRPr sz="1400">
                <a:solidFill>
                  <a:srgbClr val="888888"/>
                </a:solidFill>
              </a:defRPr>
            </a:lvl4pPr>
            <a:lvl5pPr indent="-228600" lvl="4" marL="2286000" algn="l">
              <a:spcBef>
                <a:spcPts val="400"/>
              </a:spcBef>
              <a:spcAft>
                <a:spcPts val="0"/>
              </a:spcAft>
              <a:buSzPts val="910"/>
              <a:buNone/>
              <a:defRPr sz="1400">
                <a:solidFill>
                  <a:srgbClr val="888888"/>
                </a:solidFill>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4" name="Google Shape;74;p31"/>
          <p:cNvSpPr txBox="1"/>
          <p:nvPr>
            <p:ph type="title"/>
          </p:nvPr>
        </p:nvSpPr>
        <p:spPr>
          <a:xfrm>
            <a:off x="1371600" y="1600200"/>
            <a:ext cx="7620000" cy="990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FFFFFF"/>
              </a:buClr>
              <a:buSzPts val="4400"/>
              <a:buFont typeface="Twentieth Century"/>
              <a:buNone/>
              <a:defRPr b="0" sz="4400" cap="none">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31"/>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1"/>
          <p:cNvSpPr txBox="1"/>
          <p:nvPr>
            <p:ph idx="12" type="sldNum"/>
          </p:nvPr>
        </p:nvSpPr>
        <p:spPr>
          <a:xfrm>
            <a:off x="0" y="1752600"/>
            <a:ext cx="1295400" cy="70167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FFFFFF"/>
              </a:buClr>
              <a:buSzPts val="2400"/>
              <a:buFont typeface="Twentieth Century"/>
              <a:buNone/>
              <a:defRPr b="1" i="0" sz="2400" u="none">
                <a:solidFill>
                  <a:srgbClr val="FFFFFF"/>
                </a:solidFill>
                <a:latin typeface="Twentieth Century"/>
                <a:ea typeface="Twentieth Century"/>
                <a:cs typeface="Twentieth Century"/>
                <a:sym typeface="Twentieth Century"/>
              </a:defRPr>
            </a:lvl1pPr>
            <a:lvl2pPr indent="0" lvl="1" marL="0" marR="0" algn="ctr">
              <a:lnSpc>
                <a:spcPct val="100000"/>
              </a:lnSpc>
              <a:spcBef>
                <a:spcPts val="0"/>
              </a:spcBef>
              <a:spcAft>
                <a:spcPts val="0"/>
              </a:spcAft>
              <a:buClr>
                <a:srgbClr val="FFFFFF"/>
              </a:buClr>
              <a:buSzPts val="2400"/>
              <a:buFont typeface="Twentieth Century"/>
              <a:buNone/>
              <a:defRPr b="1" i="0" sz="2400" u="none">
                <a:solidFill>
                  <a:srgbClr val="FFFFFF"/>
                </a:solidFill>
                <a:latin typeface="Twentieth Century"/>
                <a:ea typeface="Twentieth Century"/>
                <a:cs typeface="Twentieth Century"/>
                <a:sym typeface="Twentieth Century"/>
              </a:defRPr>
            </a:lvl2pPr>
            <a:lvl3pPr indent="0" lvl="2" marL="0" marR="0" algn="ctr">
              <a:lnSpc>
                <a:spcPct val="100000"/>
              </a:lnSpc>
              <a:spcBef>
                <a:spcPts val="0"/>
              </a:spcBef>
              <a:spcAft>
                <a:spcPts val="0"/>
              </a:spcAft>
              <a:buClr>
                <a:srgbClr val="FFFFFF"/>
              </a:buClr>
              <a:buSzPts val="2400"/>
              <a:buFont typeface="Twentieth Century"/>
              <a:buNone/>
              <a:defRPr b="1" i="0" sz="2400" u="none">
                <a:solidFill>
                  <a:srgbClr val="FFFFFF"/>
                </a:solidFill>
                <a:latin typeface="Twentieth Century"/>
                <a:ea typeface="Twentieth Century"/>
                <a:cs typeface="Twentieth Century"/>
                <a:sym typeface="Twentieth Century"/>
              </a:defRPr>
            </a:lvl3pPr>
            <a:lvl4pPr indent="0" lvl="3" marL="0" marR="0" algn="ctr">
              <a:lnSpc>
                <a:spcPct val="100000"/>
              </a:lnSpc>
              <a:spcBef>
                <a:spcPts val="0"/>
              </a:spcBef>
              <a:spcAft>
                <a:spcPts val="0"/>
              </a:spcAft>
              <a:buClr>
                <a:srgbClr val="FFFFFF"/>
              </a:buClr>
              <a:buSzPts val="2400"/>
              <a:buFont typeface="Twentieth Century"/>
              <a:buNone/>
              <a:defRPr b="1" i="0" sz="2400" u="none">
                <a:solidFill>
                  <a:srgbClr val="FFFFFF"/>
                </a:solidFill>
                <a:latin typeface="Twentieth Century"/>
                <a:ea typeface="Twentieth Century"/>
                <a:cs typeface="Twentieth Century"/>
                <a:sym typeface="Twentieth Century"/>
              </a:defRPr>
            </a:lvl4pPr>
            <a:lvl5pPr indent="0" lvl="4" marL="0" marR="0" algn="ctr">
              <a:lnSpc>
                <a:spcPct val="100000"/>
              </a:lnSpc>
              <a:spcBef>
                <a:spcPts val="0"/>
              </a:spcBef>
              <a:spcAft>
                <a:spcPts val="0"/>
              </a:spcAft>
              <a:buClr>
                <a:srgbClr val="FFFFFF"/>
              </a:buClr>
              <a:buSzPts val="2400"/>
              <a:buFont typeface="Twentieth Century"/>
              <a:buNone/>
              <a:defRPr b="1" i="0" sz="2400" u="none">
                <a:solidFill>
                  <a:srgbClr val="FFFFFF"/>
                </a:solidFill>
                <a:latin typeface="Twentieth Century"/>
                <a:ea typeface="Twentieth Century"/>
                <a:cs typeface="Twentieth Century"/>
                <a:sym typeface="Twentieth Century"/>
              </a:defRPr>
            </a:lvl5pPr>
            <a:lvl6pPr indent="0" lvl="5" marL="0" marR="0" algn="ctr">
              <a:lnSpc>
                <a:spcPct val="100000"/>
              </a:lnSpc>
              <a:spcBef>
                <a:spcPts val="0"/>
              </a:spcBef>
              <a:spcAft>
                <a:spcPts val="0"/>
              </a:spcAft>
              <a:buClr>
                <a:srgbClr val="FFFFFF"/>
              </a:buClr>
              <a:buSzPts val="2400"/>
              <a:buFont typeface="Twentieth Century"/>
              <a:buNone/>
              <a:defRPr b="1" i="0" sz="2400" u="none">
                <a:solidFill>
                  <a:srgbClr val="FFFFFF"/>
                </a:solidFill>
                <a:latin typeface="Twentieth Century"/>
                <a:ea typeface="Twentieth Century"/>
                <a:cs typeface="Twentieth Century"/>
                <a:sym typeface="Twentieth Century"/>
              </a:defRPr>
            </a:lvl6pPr>
            <a:lvl7pPr indent="0" lvl="6" marL="0" marR="0" algn="ctr">
              <a:lnSpc>
                <a:spcPct val="100000"/>
              </a:lnSpc>
              <a:spcBef>
                <a:spcPts val="0"/>
              </a:spcBef>
              <a:spcAft>
                <a:spcPts val="0"/>
              </a:spcAft>
              <a:buClr>
                <a:srgbClr val="FFFFFF"/>
              </a:buClr>
              <a:buSzPts val="2400"/>
              <a:buFont typeface="Twentieth Century"/>
              <a:buNone/>
              <a:defRPr b="1" i="0" sz="2400" u="none">
                <a:solidFill>
                  <a:srgbClr val="FFFFFF"/>
                </a:solidFill>
                <a:latin typeface="Twentieth Century"/>
                <a:ea typeface="Twentieth Century"/>
                <a:cs typeface="Twentieth Century"/>
                <a:sym typeface="Twentieth Century"/>
              </a:defRPr>
            </a:lvl7pPr>
            <a:lvl8pPr indent="0" lvl="7" marL="0" marR="0" algn="ctr">
              <a:lnSpc>
                <a:spcPct val="100000"/>
              </a:lnSpc>
              <a:spcBef>
                <a:spcPts val="0"/>
              </a:spcBef>
              <a:spcAft>
                <a:spcPts val="0"/>
              </a:spcAft>
              <a:buClr>
                <a:srgbClr val="FFFFFF"/>
              </a:buClr>
              <a:buSzPts val="2400"/>
              <a:buFont typeface="Twentieth Century"/>
              <a:buNone/>
              <a:defRPr b="1" i="0" sz="2400" u="none">
                <a:solidFill>
                  <a:srgbClr val="FFFFFF"/>
                </a:solidFill>
                <a:latin typeface="Twentieth Century"/>
                <a:ea typeface="Twentieth Century"/>
                <a:cs typeface="Twentieth Century"/>
                <a:sym typeface="Twentieth Century"/>
              </a:defRPr>
            </a:lvl8pPr>
            <a:lvl9pPr indent="0" lvl="8" marL="0" marR="0" algn="ctr">
              <a:lnSpc>
                <a:spcPct val="100000"/>
              </a:lnSpc>
              <a:spcBef>
                <a:spcPts val="0"/>
              </a:spcBef>
              <a:spcAft>
                <a:spcPts val="0"/>
              </a:spcAft>
              <a:buClr>
                <a:srgbClr val="FFFFFF"/>
              </a:buClr>
              <a:buSzPts val="2400"/>
              <a:buFont typeface="Twentieth Century"/>
              <a:buNone/>
              <a:defRPr b="1" i="0" sz="2400" u="non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
        <p:nvSpPr>
          <p:cNvPr id="77" name="Google Shape;77;p31"/>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7" name="Shape 87"/>
        <p:cNvGrpSpPr/>
        <p:nvPr/>
      </p:nvGrpSpPr>
      <p:grpSpPr>
        <a:xfrm>
          <a:off x="0" y="0"/>
          <a:ext cx="0" cy="0"/>
          <a:chOff x="0" y="0"/>
          <a:chExt cx="0" cy="0"/>
        </a:xfrm>
      </p:grpSpPr>
      <p:sp>
        <p:nvSpPr>
          <p:cNvPr id="88" name="Google Shape;88;p33"/>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33"/>
          <p:cNvSpPr txBox="1"/>
          <p:nvPr>
            <p:ph idx="1" type="body"/>
          </p:nvPr>
        </p:nvSpPr>
        <p:spPr>
          <a:xfrm>
            <a:off x="609600" y="1589567"/>
            <a:ext cx="3886200" cy="4572000"/>
          </a:xfrm>
          <a:prstGeom prst="rect">
            <a:avLst/>
          </a:prstGeom>
          <a:noFill/>
          <a:ln>
            <a:noFill/>
          </a:ln>
        </p:spPr>
        <p:txBody>
          <a:bodyPr anchorCtr="0" anchor="t" bIns="45700" lIns="91425" spcFirstLastPara="1" rIns="91425" wrap="square" tIns="45700">
            <a:no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0" name="Google Shape;90;p33"/>
          <p:cNvSpPr txBox="1"/>
          <p:nvPr>
            <p:ph idx="2" type="body"/>
          </p:nvPr>
        </p:nvSpPr>
        <p:spPr>
          <a:xfrm>
            <a:off x="4844901" y="1589567"/>
            <a:ext cx="3886200" cy="4572000"/>
          </a:xfrm>
          <a:prstGeom prst="rect">
            <a:avLst/>
          </a:prstGeom>
          <a:noFill/>
          <a:ln>
            <a:noFill/>
          </a:ln>
        </p:spPr>
        <p:txBody>
          <a:bodyPr anchorCtr="0" anchor="t" bIns="45700" lIns="91425" spcFirstLastPara="1" rIns="91425" wrap="square" tIns="45700">
            <a:no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1" name="Google Shape;91;p33"/>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33"/>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rmAutofit/>
          </a:bodyPr>
          <a:lstStyle>
            <a:lvl1pPr indent="0" lvl="0"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1pPr>
            <a:lvl2pPr indent="0" lvl="1"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2pPr>
            <a:lvl3pPr indent="0" lvl="2"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3pPr>
            <a:lvl4pPr indent="0" lvl="3"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4pPr>
            <a:lvl5pPr indent="0" lvl="4"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5pPr>
            <a:lvl6pPr indent="0" lvl="5"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6pPr>
            <a:lvl7pPr indent="0" lvl="6"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7pPr>
            <a:lvl8pPr indent="0" lvl="7"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8pPr>
            <a:lvl9pPr indent="0" lvl="8"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
        <p:nvSpPr>
          <p:cNvPr id="93" name="Google Shape;93;p33"/>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3" name="Shape 103"/>
        <p:cNvGrpSpPr/>
        <p:nvPr/>
      </p:nvGrpSpPr>
      <p:grpSpPr>
        <a:xfrm>
          <a:off x="0" y="0"/>
          <a:ext cx="0" cy="0"/>
          <a:chOff x="0" y="0"/>
          <a:chExt cx="0" cy="0"/>
        </a:xfrm>
      </p:grpSpPr>
      <p:sp>
        <p:nvSpPr>
          <p:cNvPr id="104" name="Google Shape;104;p35"/>
          <p:cNvSpPr txBox="1"/>
          <p:nvPr>
            <p:ph type="title"/>
          </p:nvPr>
        </p:nvSpPr>
        <p:spPr>
          <a:xfrm>
            <a:off x="533400" y="273050"/>
            <a:ext cx="8153400" cy="8699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35"/>
          <p:cNvSpPr txBox="1"/>
          <p:nvPr>
            <p:ph idx="1" type="body"/>
          </p:nvPr>
        </p:nvSpPr>
        <p:spPr>
          <a:xfrm>
            <a:off x="609600" y="2438400"/>
            <a:ext cx="3886200" cy="3581400"/>
          </a:xfrm>
          <a:prstGeom prst="rect">
            <a:avLst/>
          </a:prstGeom>
          <a:noFill/>
          <a:ln>
            <a:noFill/>
          </a:ln>
        </p:spPr>
        <p:txBody>
          <a:bodyPr anchorCtr="0" anchor="t" bIns="45700" lIns="91425" spcFirstLastPara="1" rIns="91425" wrap="square" tIns="45700">
            <a:no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6" name="Google Shape;106;p35"/>
          <p:cNvSpPr txBox="1"/>
          <p:nvPr>
            <p:ph idx="2" type="body"/>
          </p:nvPr>
        </p:nvSpPr>
        <p:spPr>
          <a:xfrm>
            <a:off x="4800600" y="2438400"/>
            <a:ext cx="3886200" cy="3581400"/>
          </a:xfrm>
          <a:prstGeom prst="rect">
            <a:avLst/>
          </a:prstGeom>
          <a:noFill/>
          <a:ln>
            <a:noFill/>
          </a:ln>
        </p:spPr>
        <p:txBody>
          <a:bodyPr anchorCtr="0" anchor="t" bIns="45700" lIns="91425" spcFirstLastPara="1" rIns="91425" wrap="square" tIns="45700">
            <a:no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7" name="Google Shape;107;p35"/>
          <p:cNvSpPr txBox="1"/>
          <p:nvPr>
            <p:ph idx="3" type="body"/>
          </p:nvPr>
        </p:nvSpPr>
        <p:spPr>
          <a:xfrm>
            <a:off x="609600" y="1752600"/>
            <a:ext cx="3886200" cy="640080"/>
          </a:xfrm>
          <a:prstGeom prst="rect">
            <a:avLst/>
          </a:prstGeom>
          <a:solidFill>
            <a:schemeClr val="accent2"/>
          </a:solidFill>
          <a:ln>
            <a:noFill/>
          </a:ln>
        </p:spPr>
        <p:txBody>
          <a:bodyPr anchorCtr="0" anchor="ctr" bIns="45700" lIns="91425" spcFirstLastPara="1" rIns="91425" wrap="square" tIns="45700">
            <a:noAutofit/>
          </a:bodyPr>
          <a:lstStyle>
            <a:lvl1pPr indent="-228600" lvl="0" marL="457200" algn="l">
              <a:spcBef>
                <a:spcPts val="700"/>
              </a:spcBef>
              <a:spcAft>
                <a:spcPts val="0"/>
              </a:spcAft>
              <a:buSzPts val="1200"/>
              <a:buFont typeface="Twentieth Century"/>
              <a:buNone/>
              <a:defRPr b="1" sz="2000">
                <a:solidFill>
                  <a:srgbClr val="FFFFFF"/>
                </a:solidFill>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8" name="Google Shape;108;p35"/>
          <p:cNvSpPr txBox="1"/>
          <p:nvPr>
            <p:ph idx="4" type="body"/>
          </p:nvPr>
        </p:nvSpPr>
        <p:spPr>
          <a:xfrm>
            <a:off x="4800600" y="1752600"/>
            <a:ext cx="3886200" cy="640080"/>
          </a:xfrm>
          <a:prstGeom prst="rect">
            <a:avLst/>
          </a:prstGeom>
          <a:solidFill>
            <a:schemeClr val="accent4"/>
          </a:solidFill>
          <a:ln>
            <a:noFill/>
          </a:ln>
        </p:spPr>
        <p:txBody>
          <a:bodyPr anchorCtr="0" anchor="ctr" bIns="45700" lIns="91425" spcFirstLastPara="1" rIns="91425" wrap="square" tIns="45700">
            <a:noAutofit/>
          </a:bodyPr>
          <a:lstStyle>
            <a:lvl1pPr indent="-228600" lvl="0" marL="457200" algn="l">
              <a:spcBef>
                <a:spcPts val="700"/>
              </a:spcBef>
              <a:spcAft>
                <a:spcPts val="0"/>
              </a:spcAft>
              <a:buSzPts val="1200"/>
              <a:buFont typeface="Twentieth Century"/>
              <a:buNone/>
              <a:defRPr b="1" sz="2000">
                <a:solidFill>
                  <a:srgbClr val="FFFFFF"/>
                </a:solidFill>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9" name="Google Shape;109;p35"/>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35"/>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rmAutofit/>
          </a:bodyPr>
          <a:lstStyle>
            <a:lvl1pPr indent="0" lvl="0"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1pPr>
            <a:lvl2pPr indent="0" lvl="1"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2pPr>
            <a:lvl3pPr indent="0" lvl="2"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3pPr>
            <a:lvl4pPr indent="0" lvl="3"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4pPr>
            <a:lvl5pPr indent="0" lvl="4"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5pPr>
            <a:lvl6pPr indent="0" lvl="5"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6pPr>
            <a:lvl7pPr indent="0" lvl="6"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7pPr>
            <a:lvl8pPr indent="0" lvl="7"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8pPr>
            <a:lvl9pPr indent="0" lvl="8"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
        <p:nvSpPr>
          <p:cNvPr id="111" name="Google Shape;111;p35"/>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1" name="Shape 121"/>
        <p:cNvGrpSpPr/>
        <p:nvPr/>
      </p:nvGrpSpPr>
      <p:grpSpPr>
        <a:xfrm>
          <a:off x="0" y="0"/>
          <a:ext cx="0" cy="0"/>
          <a:chOff x="0" y="0"/>
          <a:chExt cx="0" cy="0"/>
        </a:xfrm>
      </p:grpSpPr>
      <p:sp>
        <p:nvSpPr>
          <p:cNvPr id="122" name="Google Shape;122;p37"/>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37"/>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37"/>
          <p:cNvSpPr txBox="1"/>
          <p:nvPr>
            <p:ph idx="12" type="sldNum"/>
          </p:nvPr>
        </p:nvSpPr>
        <p:spPr>
          <a:xfrm>
            <a:off x="0" y="6248400"/>
            <a:ext cx="533400" cy="381000"/>
          </a:xfrm>
          <a:prstGeom prst="rect">
            <a:avLst/>
          </a:prstGeom>
          <a:noFill/>
          <a:ln>
            <a:noFill/>
          </a:ln>
        </p:spPr>
        <p:txBody>
          <a:bodyPr anchorCtr="0" anchor="ctr" bIns="45700" lIns="91425" spcFirstLastPara="1" rIns="91425" wrap="square" tIns="45700">
            <a:normAutofit/>
          </a:bodyPr>
          <a:lstStyle>
            <a:lvl1pPr indent="0" lvl="0" marL="0" marR="0" algn="ctr">
              <a:lnSpc>
                <a:spcPct val="100000"/>
              </a:lnSpc>
              <a:spcBef>
                <a:spcPts val="0"/>
              </a:spcBef>
              <a:spcAft>
                <a:spcPts val="0"/>
              </a:spcAft>
              <a:buClr>
                <a:schemeClr val="dk2"/>
              </a:buClr>
              <a:buSzPts val="1400"/>
              <a:buFont typeface="Twentieth Century"/>
              <a:buNone/>
              <a:defRPr b="1" i="0" sz="1400" u="none">
                <a:solidFill>
                  <a:schemeClr val="dk2"/>
                </a:solidFill>
                <a:latin typeface="Twentieth Century"/>
                <a:ea typeface="Twentieth Century"/>
                <a:cs typeface="Twentieth Century"/>
                <a:sym typeface="Twentieth Century"/>
              </a:defRPr>
            </a:lvl1pPr>
            <a:lvl2pPr indent="0" lvl="1" marL="0" marR="0" algn="ctr">
              <a:lnSpc>
                <a:spcPct val="100000"/>
              </a:lnSpc>
              <a:spcBef>
                <a:spcPts val="0"/>
              </a:spcBef>
              <a:spcAft>
                <a:spcPts val="0"/>
              </a:spcAft>
              <a:buClr>
                <a:schemeClr val="dk2"/>
              </a:buClr>
              <a:buSzPts val="1400"/>
              <a:buFont typeface="Twentieth Century"/>
              <a:buNone/>
              <a:defRPr b="1" i="0" sz="1400" u="none">
                <a:solidFill>
                  <a:schemeClr val="dk2"/>
                </a:solidFill>
                <a:latin typeface="Twentieth Century"/>
                <a:ea typeface="Twentieth Century"/>
                <a:cs typeface="Twentieth Century"/>
                <a:sym typeface="Twentieth Century"/>
              </a:defRPr>
            </a:lvl2pPr>
            <a:lvl3pPr indent="0" lvl="2" marL="0" marR="0" algn="ctr">
              <a:lnSpc>
                <a:spcPct val="100000"/>
              </a:lnSpc>
              <a:spcBef>
                <a:spcPts val="0"/>
              </a:spcBef>
              <a:spcAft>
                <a:spcPts val="0"/>
              </a:spcAft>
              <a:buClr>
                <a:schemeClr val="dk2"/>
              </a:buClr>
              <a:buSzPts val="1400"/>
              <a:buFont typeface="Twentieth Century"/>
              <a:buNone/>
              <a:defRPr b="1" i="0" sz="1400" u="none">
                <a:solidFill>
                  <a:schemeClr val="dk2"/>
                </a:solidFill>
                <a:latin typeface="Twentieth Century"/>
                <a:ea typeface="Twentieth Century"/>
                <a:cs typeface="Twentieth Century"/>
                <a:sym typeface="Twentieth Century"/>
              </a:defRPr>
            </a:lvl3pPr>
            <a:lvl4pPr indent="0" lvl="3" marL="0" marR="0" algn="ctr">
              <a:lnSpc>
                <a:spcPct val="100000"/>
              </a:lnSpc>
              <a:spcBef>
                <a:spcPts val="0"/>
              </a:spcBef>
              <a:spcAft>
                <a:spcPts val="0"/>
              </a:spcAft>
              <a:buClr>
                <a:schemeClr val="dk2"/>
              </a:buClr>
              <a:buSzPts val="1400"/>
              <a:buFont typeface="Twentieth Century"/>
              <a:buNone/>
              <a:defRPr b="1" i="0" sz="1400" u="none">
                <a:solidFill>
                  <a:schemeClr val="dk2"/>
                </a:solidFill>
                <a:latin typeface="Twentieth Century"/>
                <a:ea typeface="Twentieth Century"/>
                <a:cs typeface="Twentieth Century"/>
                <a:sym typeface="Twentieth Century"/>
              </a:defRPr>
            </a:lvl4pPr>
            <a:lvl5pPr indent="0" lvl="4" marL="0" marR="0" algn="ctr">
              <a:lnSpc>
                <a:spcPct val="100000"/>
              </a:lnSpc>
              <a:spcBef>
                <a:spcPts val="0"/>
              </a:spcBef>
              <a:spcAft>
                <a:spcPts val="0"/>
              </a:spcAft>
              <a:buClr>
                <a:schemeClr val="dk2"/>
              </a:buClr>
              <a:buSzPts val="1400"/>
              <a:buFont typeface="Twentieth Century"/>
              <a:buNone/>
              <a:defRPr b="1" i="0" sz="1400" u="none">
                <a:solidFill>
                  <a:schemeClr val="dk2"/>
                </a:solidFill>
                <a:latin typeface="Twentieth Century"/>
                <a:ea typeface="Twentieth Century"/>
                <a:cs typeface="Twentieth Century"/>
                <a:sym typeface="Twentieth Century"/>
              </a:defRPr>
            </a:lvl5pPr>
            <a:lvl6pPr indent="0" lvl="5" marL="0" marR="0" algn="ctr">
              <a:lnSpc>
                <a:spcPct val="100000"/>
              </a:lnSpc>
              <a:spcBef>
                <a:spcPts val="0"/>
              </a:spcBef>
              <a:spcAft>
                <a:spcPts val="0"/>
              </a:spcAft>
              <a:buClr>
                <a:schemeClr val="dk2"/>
              </a:buClr>
              <a:buSzPts val="1400"/>
              <a:buFont typeface="Twentieth Century"/>
              <a:buNone/>
              <a:defRPr b="1" i="0" sz="1400" u="none">
                <a:solidFill>
                  <a:schemeClr val="dk2"/>
                </a:solidFill>
                <a:latin typeface="Twentieth Century"/>
                <a:ea typeface="Twentieth Century"/>
                <a:cs typeface="Twentieth Century"/>
                <a:sym typeface="Twentieth Century"/>
              </a:defRPr>
            </a:lvl6pPr>
            <a:lvl7pPr indent="0" lvl="6" marL="0" marR="0" algn="ctr">
              <a:lnSpc>
                <a:spcPct val="100000"/>
              </a:lnSpc>
              <a:spcBef>
                <a:spcPts val="0"/>
              </a:spcBef>
              <a:spcAft>
                <a:spcPts val="0"/>
              </a:spcAft>
              <a:buClr>
                <a:schemeClr val="dk2"/>
              </a:buClr>
              <a:buSzPts val="1400"/>
              <a:buFont typeface="Twentieth Century"/>
              <a:buNone/>
              <a:defRPr b="1" i="0" sz="1400" u="none">
                <a:solidFill>
                  <a:schemeClr val="dk2"/>
                </a:solidFill>
                <a:latin typeface="Twentieth Century"/>
                <a:ea typeface="Twentieth Century"/>
                <a:cs typeface="Twentieth Century"/>
                <a:sym typeface="Twentieth Century"/>
              </a:defRPr>
            </a:lvl7pPr>
            <a:lvl8pPr indent="0" lvl="7" marL="0" marR="0" algn="ctr">
              <a:lnSpc>
                <a:spcPct val="100000"/>
              </a:lnSpc>
              <a:spcBef>
                <a:spcPts val="0"/>
              </a:spcBef>
              <a:spcAft>
                <a:spcPts val="0"/>
              </a:spcAft>
              <a:buClr>
                <a:schemeClr val="dk2"/>
              </a:buClr>
              <a:buSzPts val="1400"/>
              <a:buFont typeface="Twentieth Century"/>
              <a:buNone/>
              <a:defRPr b="1" i="0" sz="1400" u="none">
                <a:solidFill>
                  <a:schemeClr val="dk2"/>
                </a:solidFill>
                <a:latin typeface="Twentieth Century"/>
                <a:ea typeface="Twentieth Century"/>
                <a:cs typeface="Twentieth Century"/>
                <a:sym typeface="Twentieth Century"/>
              </a:defRPr>
            </a:lvl8pPr>
            <a:lvl9pPr indent="0" lvl="8" marL="0" marR="0" algn="ctr">
              <a:lnSpc>
                <a:spcPct val="100000"/>
              </a:lnSpc>
              <a:spcBef>
                <a:spcPts val="0"/>
              </a:spcBef>
              <a:spcAft>
                <a:spcPts val="0"/>
              </a:spcAft>
              <a:buClr>
                <a:schemeClr val="dk2"/>
              </a:buClr>
              <a:buSzPts val="1400"/>
              <a:buFont typeface="Twentieth Century"/>
              <a:buNone/>
              <a:defRPr b="1" i="0" sz="1400" u="none">
                <a:solidFill>
                  <a:schemeClr val="dk2"/>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8" name="Shape 138"/>
        <p:cNvGrpSpPr/>
        <p:nvPr/>
      </p:nvGrpSpPr>
      <p:grpSpPr>
        <a:xfrm>
          <a:off x="0" y="0"/>
          <a:ext cx="0" cy="0"/>
          <a:chOff x="0" y="0"/>
          <a:chExt cx="0" cy="0"/>
        </a:xfrm>
      </p:grpSpPr>
      <p:sp>
        <p:nvSpPr>
          <p:cNvPr id="139" name="Google Shape;139;p39"/>
          <p:cNvSpPr txBox="1"/>
          <p:nvPr>
            <p:ph idx="1" type="body"/>
          </p:nvPr>
        </p:nvSpPr>
        <p:spPr>
          <a:xfrm>
            <a:off x="1600200" y="5486400"/>
            <a:ext cx="7315200" cy="685800"/>
          </a:xfrm>
          <a:prstGeom prst="rect">
            <a:avLst/>
          </a:prstGeom>
          <a:noFill/>
          <a:ln>
            <a:noFill/>
          </a:ln>
        </p:spPr>
        <p:txBody>
          <a:bodyPr anchorCtr="0" anchor="t" bIns="45700" lIns="91425" spcFirstLastPara="1" rIns="91425" wrap="square" tIns="45700">
            <a:noAutofit/>
          </a:bodyPr>
          <a:lstStyle>
            <a:lvl1pPr indent="-228600" lvl="0" marL="457200" algn="l">
              <a:spcBef>
                <a:spcPts val="700"/>
              </a:spcBef>
              <a:spcAft>
                <a:spcPts val="0"/>
              </a:spcAft>
              <a:buSzPts val="1020"/>
              <a:buFont typeface="Twentieth Century"/>
              <a:buNone/>
              <a:defRPr sz="1700"/>
            </a:lvl1pPr>
            <a:lvl2pPr indent="-228600" lvl="1" marL="914400" algn="l">
              <a:spcBef>
                <a:spcPts val="550"/>
              </a:spcBef>
              <a:spcAft>
                <a:spcPts val="0"/>
              </a:spcAft>
              <a:buSzPts val="840"/>
              <a:buFont typeface="Twentieth Century"/>
              <a:buNone/>
              <a:defRPr sz="1200"/>
            </a:lvl2pPr>
            <a:lvl3pPr indent="-228600" lvl="2" marL="1371600" algn="l">
              <a:spcBef>
                <a:spcPts val="500"/>
              </a:spcBef>
              <a:spcAft>
                <a:spcPts val="0"/>
              </a:spcAft>
              <a:buSzPts val="750"/>
              <a:buFont typeface="Twentieth Century"/>
              <a:buNone/>
              <a:defRPr sz="1000"/>
            </a:lvl3pPr>
            <a:lvl4pPr indent="-228600" lvl="3" marL="1828800" algn="l">
              <a:spcBef>
                <a:spcPts val="400"/>
              </a:spcBef>
              <a:spcAft>
                <a:spcPts val="0"/>
              </a:spcAft>
              <a:buSzPts val="675"/>
              <a:buFont typeface="Twentieth Century"/>
              <a:buNone/>
              <a:defRPr sz="900"/>
            </a:lvl4pPr>
            <a:lvl5pPr indent="-228600" lvl="4" marL="2286000" algn="l">
              <a:spcBef>
                <a:spcPts val="400"/>
              </a:spcBef>
              <a:spcAft>
                <a:spcPts val="0"/>
              </a:spcAft>
              <a:buSzPts val="585"/>
              <a:buFont typeface="Twentieth Century"/>
              <a:buNone/>
              <a:defRPr sz="9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40" name="Google Shape;140;p39"/>
          <p:cNvSpPr txBox="1"/>
          <p:nvPr>
            <p:ph type="title"/>
          </p:nvPr>
        </p:nvSpPr>
        <p:spPr>
          <a:xfrm>
            <a:off x="1600200" y="4648200"/>
            <a:ext cx="7315200" cy="685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rgbClr val="FFFFFF"/>
              </a:buClr>
              <a:buSzPts val="2800"/>
              <a:buFont typeface="Twentieth Century"/>
              <a:buNone/>
              <a:defRPr b="0" sz="2800">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39"/>
          <p:cNvSpPr/>
          <p:nvPr>
            <p:ph idx="2" type="pic"/>
          </p:nvPr>
        </p:nvSpPr>
        <p:spPr>
          <a:xfrm>
            <a:off x="1560576" y="0"/>
            <a:ext cx="7583424" cy="4568952"/>
          </a:xfrm>
          <a:prstGeom prst="rect">
            <a:avLst/>
          </a:prstGeom>
          <a:solidFill>
            <a:srgbClr val="CCDFE8"/>
          </a:solidFill>
          <a:ln>
            <a:noFill/>
          </a:ln>
        </p:spPr>
      </p:sp>
      <p:sp>
        <p:nvSpPr>
          <p:cNvPr id="142" name="Google Shape;142;p39"/>
          <p:cNvSpPr txBox="1"/>
          <p:nvPr>
            <p:ph idx="10" type="dt"/>
          </p:nvPr>
        </p:nvSpPr>
        <p:spPr>
          <a:xfrm>
            <a:off x="62484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39"/>
          <p:cNvSpPr txBox="1"/>
          <p:nvPr>
            <p:ph idx="12" type="sldNum"/>
          </p:nvPr>
        </p:nvSpPr>
        <p:spPr>
          <a:xfrm>
            <a:off x="0" y="4667250"/>
            <a:ext cx="1447800" cy="663575"/>
          </a:xfrm>
          <a:prstGeom prst="rect">
            <a:avLst/>
          </a:prstGeom>
          <a:noFill/>
          <a:ln>
            <a:noFill/>
          </a:ln>
        </p:spPr>
        <p:txBody>
          <a:bodyPr anchorCtr="0" anchor="ctr" bIns="45700" lIns="91425" spcFirstLastPara="1" rIns="91425" wrap="square" tIns="45700">
            <a:normAutofit/>
          </a:bodyPr>
          <a:lstStyle>
            <a:lvl1pPr indent="0" lvl="0" marL="0" marR="0" algn="ctr">
              <a:lnSpc>
                <a:spcPct val="100000"/>
              </a:lnSpc>
              <a:spcBef>
                <a:spcPts val="0"/>
              </a:spcBef>
              <a:spcAft>
                <a:spcPts val="0"/>
              </a:spcAft>
              <a:buClr>
                <a:srgbClr val="FFFFFF"/>
              </a:buClr>
              <a:buSzPts val="2800"/>
              <a:buFont typeface="Twentieth Century"/>
              <a:buNone/>
              <a:defRPr b="1" i="0" sz="2800" u="none">
                <a:solidFill>
                  <a:srgbClr val="FFFFFF"/>
                </a:solidFill>
                <a:latin typeface="Twentieth Century"/>
                <a:ea typeface="Twentieth Century"/>
                <a:cs typeface="Twentieth Century"/>
                <a:sym typeface="Twentieth Century"/>
              </a:defRPr>
            </a:lvl1pPr>
            <a:lvl2pPr indent="0" lvl="1" marL="0" marR="0" algn="ctr">
              <a:lnSpc>
                <a:spcPct val="100000"/>
              </a:lnSpc>
              <a:spcBef>
                <a:spcPts val="0"/>
              </a:spcBef>
              <a:spcAft>
                <a:spcPts val="0"/>
              </a:spcAft>
              <a:buClr>
                <a:srgbClr val="FFFFFF"/>
              </a:buClr>
              <a:buSzPts val="2800"/>
              <a:buFont typeface="Twentieth Century"/>
              <a:buNone/>
              <a:defRPr b="1" i="0" sz="2800" u="none">
                <a:solidFill>
                  <a:srgbClr val="FFFFFF"/>
                </a:solidFill>
                <a:latin typeface="Twentieth Century"/>
                <a:ea typeface="Twentieth Century"/>
                <a:cs typeface="Twentieth Century"/>
                <a:sym typeface="Twentieth Century"/>
              </a:defRPr>
            </a:lvl2pPr>
            <a:lvl3pPr indent="0" lvl="2" marL="0" marR="0" algn="ctr">
              <a:lnSpc>
                <a:spcPct val="100000"/>
              </a:lnSpc>
              <a:spcBef>
                <a:spcPts val="0"/>
              </a:spcBef>
              <a:spcAft>
                <a:spcPts val="0"/>
              </a:spcAft>
              <a:buClr>
                <a:srgbClr val="FFFFFF"/>
              </a:buClr>
              <a:buSzPts val="2800"/>
              <a:buFont typeface="Twentieth Century"/>
              <a:buNone/>
              <a:defRPr b="1" i="0" sz="2800" u="none">
                <a:solidFill>
                  <a:srgbClr val="FFFFFF"/>
                </a:solidFill>
                <a:latin typeface="Twentieth Century"/>
                <a:ea typeface="Twentieth Century"/>
                <a:cs typeface="Twentieth Century"/>
                <a:sym typeface="Twentieth Century"/>
              </a:defRPr>
            </a:lvl3pPr>
            <a:lvl4pPr indent="0" lvl="3" marL="0" marR="0" algn="ctr">
              <a:lnSpc>
                <a:spcPct val="100000"/>
              </a:lnSpc>
              <a:spcBef>
                <a:spcPts val="0"/>
              </a:spcBef>
              <a:spcAft>
                <a:spcPts val="0"/>
              </a:spcAft>
              <a:buClr>
                <a:srgbClr val="FFFFFF"/>
              </a:buClr>
              <a:buSzPts val="2800"/>
              <a:buFont typeface="Twentieth Century"/>
              <a:buNone/>
              <a:defRPr b="1" i="0" sz="2800" u="none">
                <a:solidFill>
                  <a:srgbClr val="FFFFFF"/>
                </a:solidFill>
                <a:latin typeface="Twentieth Century"/>
                <a:ea typeface="Twentieth Century"/>
                <a:cs typeface="Twentieth Century"/>
                <a:sym typeface="Twentieth Century"/>
              </a:defRPr>
            </a:lvl4pPr>
            <a:lvl5pPr indent="0" lvl="4" marL="0" marR="0" algn="ctr">
              <a:lnSpc>
                <a:spcPct val="100000"/>
              </a:lnSpc>
              <a:spcBef>
                <a:spcPts val="0"/>
              </a:spcBef>
              <a:spcAft>
                <a:spcPts val="0"/>
              </a:spcAft>
              <a:buClr>
                <a:srgbClr val="FFFFFF"/>
              </a:buClr>
              <a:buSzPts val="2800"/>
              <a:buFont typeface="Twentieth Century"/>
              <a:buNone/>
              <a:defRPr b="1" i="0" sz="2800" u="none">
                <a:solidFill>
                  <a:srgbClr val="FFFFFF"/>
                </a:solidFill>
                <a:latin typeface="Twentieth Century"/>
                <a:ea typeface="Twentieth Century"/>
                <a:cs typeface="Twentieth Century"/>
                <a:sym typeface="Twentieth Century"/>
              </a:defRPr>
            </a:lvl5pPr>
            <a:lvl6pPr indent="0" lvl="5" marL="0" marR="0" algn="ctr">
              <a:lnSpc>
                <a:spcPct val="100000"/>
              </a:lnSpc>
              <a:spcBef>
                <a:spcPts val="0"/>
              </a:spcBef>
              <a:spcAft>
                <a:spcPts val="0"/>
              </a:spcAft>
              <a:buClr>
                <a:srgbClr val="FFFFFF"/>
              </a:buClr>
              <a:buSzPts val="2800"/>
              <a:buFont typeface="Twentieth Century"/>
              <a:buNone/>
              <a:defRPr b="1" i="0" sz="2800" u="none">
                <a:solidFill>
                  <a:srgbClr val="FFFFFF"/>
                </a:solidFill>
                <a:latin typeface="Twentieth Century"/>
                <a:ea typeface="Twentieth Century"/>
                <a:cs typeface="Twentieth Century"/>
                <a:sym typeface="Twentieth Century"/>
              </a:defRPr>
            </a:lvl6pPr>
            <a:lvl7pPr indent="0" lvl="6" marL="0" marR="0" algn="ctr">
              <a:lnSpc>
                <a:spcPct val="100000"/>
              </a:lnSpc>
              <a:spcBef>
                <a:spcPts val="0"/>
              </a:spcBef>
              <a:spcAft>
                <a:spcPts val="0"/>
              </a:spcAft>
              <a:buClr>
                <a:srgbClr val="FFFFFF"/>
              </a:buClr>
              <a:buSzPts val="2800"/>
              <a:buFont typeface="Twentieth Century"/>
              <a:buNone/>
              <a:defRPr b="1" i="0" sz="2800" u="none">
                <a:solidFill>
                  <a:srgbClr val="FFFFFF"/>
                </a:solidFill>
                <a:latin typeface="Twentieth Century"/>
                <a:ea typeface="Twentieth Century"/>
                <a:cs typeface="Twentieth Century"/>
                <a:sym typeface="Twentieth Century"/>
              </a:defRPr>
            </a:lvl7pPr>
            <a:lvl8pPr indent="0" lvl="7" marL="0" marR="0" algn="ctr">
              <a:lnSpc>
                <a:spcPct val="100000"/>
              </a:lnSpc>
              <a:spcBef>
                <a:spcPts val="0"/>
              </a:spcBef>
              <a:spcAft>
                <a:spcPts val="0"/>
              </a:spcAft>
              <a:buClr>
                <a:srgbClr val="FFFFFF"/>
              </a:buClr>
              <a:buSzPts val="2800"/>
              <a:buFont typeface="Twentieth Century"/>
              <a:buNone/>
              <a:defRPr b="1" i="0" sz="2800" u="none">
                <a:solidFill>
                  <a:srgbClr val="FFFFFF"/>
                </a:solidFill>
                <a:latin typeface="Twentieth Century"/>
                <a:ea typeface="Twentieth Century"/>
                <a:cs typeface="Twentieth Century"/>
                <a:sym typeface="Twentieth Century"/>
              </a:defRPr>
            </a:lvl8pPr>
            <a:lvl9pPr indent="0" lvl="8" marL="0" marR="0" algn="ctr">
              <a:lnSpc>
                <a:spcPct val="100000"/>
              </a:lnSpc>
              <a:spcBef>
                <a:spcPts val="0"/>
              </a:spcBef>
              <a:spcAft>
                <a:spcPts val="0"/>
              </a:spcAft>
              <a:buClr>
                <a:srgbClr val="FFFFFF"/>
              </a:buClr>
              <a:buSzPts val="2800"/>
              <a:buFont typeface="Twentieth Century"/>
              <a:buNone/>
              <a:defRPr b="1" i="0" sz="2800" u="non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
        <p:nvSpPr>
          <p:cNvPr id="144" name="Google Shape;144;p39"/>
          <p:cNvSpPr txBox="1"/>
          <p:nvPr>
            <p:ph idx="11" type="ftr"/>
          </p:nvPr>
        </p:nvSpPr>
        <p:spPr>
          <a:xfrm>
            <a:off x="1600200" y="6248400"/>
            <a:ext cx="45720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7" name="Shape 157"/>
        <p:cNvGrpSpPr/>
        <p:nvPr/>
      </p:nvGrpSpPr>
      <p:grpSpPr>
        <a:xfrm>
          <a:off x="0" y="0"/>
          <a:ext cx="0" cy="0"/>
          <a:chOff x="0" y="0"/>
          <a:chExt cx="0" cy="0"/>
        </a:xfrm>
      </p:grpSpPr>
      <p:sp>
        <p:nvSpPr>
          <p:cNvPr id="158" name="Google Shape;158;p41"/>
          <p:cNvSpPr txBox="1"/>
          <p:nvPr>
            <p:ph type="title"/>
          </p:nvPr>
        </p:nvSpPr>
        <p:spPr>
          <a:xfrm rot="5400000">
            <a:off x="4823619" y="2339182"/>
            <a:ext cx="5516563" cy="2057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41"/>
          <p:cNvSpPr txBox="1"/>
          <p:nvPr>
            <p:ph idx="1" type="body"/>
          </p:nvPr>
        </p:nvSpPr>
        <p:spPr>
          <a:xfrm rot="5400000">
            <a:off x="480218" y="586582"/>
            <a:ext cx="5516564" cy="5562600"/>
          </a:xfrm>
          <a:prstGeom prst="rect">
            <a:avLst/>
          </a:prstGeom>
          <a:noFill/>
          <a:ln>
            <a:noFill/>
          </a:ln>
        </p:spPr>
        <p:txBody>
          <a:bodyPr anchorCtr="0" anchor="t" bIns="45700" lIns="91425" spcFirstLastPara="1" rIns="91425" wrap="square" tIns="45700">
            <a:no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60" name="Google Shape;160;p41"/>
          <p:cNvSpPr txBox="1"/>
          <p:nvPr>
            <p:ph idx="10" type="dt"/>
          </p:nvPr>
        </p:nvSpPr>
        <p:spPr>
          <a:xfrm>
            <a:off x="6553200" y="6248400"/>
            <a:ext cx="2209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1" name="Google Shape;161;p41"/>
          <p:cNvSpPr txBox="1"/>
          <p:nvPr>
            <p:ph idx="11" type="ftr"/>
          </p:nvPr>
        </p:nvSpPr>
        <p:spPr>
          <a:xfrm>
            <a:off x="457200" y="6248400"/>
            <a:ext cx="557371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dk2"/>
                </a:solidFill>
                <a:latin typeface="Twentieth Century"/>
                <a:ea typeface="Twentieth Century"/>
                <a:cs typeface="Twentieth Century"/>
                <a:sym typeface="Twentieth Century"/>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2" name="Google Shape;162;p41"/>
          <p:cNvSpPr txBox="1"/>
          <p:nvPr>
            <p:ph idx="12" type="sldNum"/>
          </p:nvPr>
        </p:nvSpPr>
        <p:spPr>
          <a:xfrm rot="5400000">
            <a:off x="5989637" y="144462"/>
            <a:ext cx="533400" cy="244475"/>
          </a:xfrm>
          <a:prstGeom prst="rect">
            <a:avLst/>
          </a:prstGeom>
          <a:noFill/>
          <a:ln>
            <a:noFill/>
          </a:ln>
        </p:spPr>
        <p:txBody>
          <a:bodyPr anchorCtr="0" anchor="ctr" bIns="45700" lIns="91425" spcFirstLastPara="1" rIns="91425" wrap="square" tIns="45700">
            <a:normAutofit/>
          </a:bodyPr>
          <a:lstStyle>
            <a:lvl1pPr indent="0" lvl="0"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1pPr>
            <a:lvl2pPr indent="0" lvl="1"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2pPr>
            <a:lvl3pPr indent="0" lvl="2"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3pPr>
            <a:lvl4pPr indent="0" lvl="3"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4pPr>
            <a:lvl5pPr indent="0" lvl="4"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5pPr>
            <a:lvl6pPr indent="0" lvl="5"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6pPr>
            <a:lvl7pPr indent="0" lvl="6"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7pPr>
            <a:lvl8pPr indent="0" lvl="7"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8pPr>
            <a:lvl9pPr indent="0" lvl="8" marL="0" marR="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theme" Target="../theme/theme1.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heme" Target="../theme/theme9.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theme" Target="../theme/theme7.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theme" Target="../theme/theme5.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theme" Target="../theme/theme6.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 name="Shape 9"/>
        <p:cNvGrpSpPr/>
        <p:nvPr/>
      </p:nvGrpSpPr>
      <p:grpSpPr>
        <a:xfrm>
          <a:off x="0" y="0"/>
          <a:ext cx="0" cy="0"/>
          <a:chOff x="0" y="0"/>
          <a:chExt cx="0" cy="0"/>
        </a:xfrm>
      </p:grpSpPr>
      <p:sp>
        <p:nvSpPr>
          <p:cNvPr id="10" name="Google Shape;10;p23"/>
          <p:cNvSpPr txBox="1"/>
          <p:nvPr/>
        </p:nvSpPr>
        <p:spPr>
          <a:xfrm>
            <a:off x="0" y="1235075"/>
            <a:ext cx="9144000" cy="3190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Arial"/>
              <a:ea typeface="Arial"/>
              <a:cs typeface="Arial"/>
              <a:sym typeface="Arial"/>
            </a:endParaRPr>
          </a:p>
        </p:txBody>
      </p:sp>
      <p:sp>
        <p:nvSpPr>
          <p:cNvPr id="11" name="Google Shape;11;p23"/>
          <p:cNvSpPr txBox="1"/>
          <p:nvPr/>
        </p:nvSpPr>
        <p:spPr>
          <a:xfrm>
            <a:off x="0" y="1279525"/>
            <a:ext cx="533400" cy="228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Arial"/>
              <a:ea typeface="Arial"/>
              <a:cs typeface="Arial"/>
              <a:sym typeface="Arial"/>
            </a:endParaRPr>
          </a:p>
        </p:txBody>
      </p:sp>
      <p:sp>
        <p:nvSpPr>
          <p:cNvPr id="12" name="Google Shape;12;p23"/>
          <p:cNvSpPr txBox="1"/>
          <p:nvPr/>
        </p:nvSpPr>
        <p:spPr>
          <a:xfrm>
            <a:off x="590550" y="1279525"/>
            <a:ext cx="8553450" cy="228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Arial"/>
              <a:ea typeface="Arial"/>
              <a:cs typeface="Arial"/>
              <a:sym typeface="Arial"/>
            </a:endParaRPr>
          </a:p>
        </p:txBody>
      </p:sp>
      <p:sp>
        <p:nvSpPr>
          <p:cNvPr id="13" name="Google Shape;13;p23"/>
          <p:cNvSpPr txBox="1"/>
          <p:nvPr/>
        </p:nvSpPr>
        <p:spPr>
          <a:xfrm>
            <a:off x="0" y="5970587"/>
            <a:ext cx="9144000" cy="8874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Arial"/>
              <a:ea typeface="Arial"/>
              <a:cs typeface="Arial"/>
              <a:sym typeface="Arial"/>
            </a:endParaRPr>
          </a:p>
        </p:txBody>
      </p:sp>
      <p:sp>
        <p:nvSpPr>
          <p:cNvPr id="14" name="Google Shape;14;p23"/>
          <p:cNvSpPr txBox="1"/>
          <p:nvPr/>
        </p:nvSpPr>
        <p:spPr>
          <a:xfrm>
            <a:off x="-9525" y="6053137"/>
            <a:ext cx="2249487" cy="712787"/>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Arial"/>
              <a:ea typeface="Arial"/>
              <a:cs typeface="Arial"/>
              <a:sym typeface="Arial"/>
            </a:endParaRPr>
          </a:p>
        </p:txBody>
      </p:sp>
      <p:sp>
        <p:nvSpPr>
          <p:cNvPr id="15" name="Google Shape;15;p23"/>
          <p:cNvSpPr txBox="1"/>
          <p:nvPr/>
        </p:nvSpPr>
        <p:spPr>
          <a:xfrm>
            <a:off x="2359025" y="6043612"/>
            <a:ext cx="6784975" cy="7143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Arial"/>
              <a:ea typeface="Arial"/>
              <a:cs typeface="Arial"/>
              <a:sym typeface="Arial"/>
            </a:endParaRPr>
          </a:p>
        </p:txBody>
      </p:sp>
      <p:sp>
        <p:nvSpPr>
          <p:cNvPr id="16" name="Google Shape;16;p23"/>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lt2"/>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4400" u="none" cap="none" strike="noStrike">
                <a:solidFill>
                  <a:schemeClr val="lt2"/>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4400" u="none" cap="none" strike="noStrike">
                <a:solidFill>
                  <a:schemeClr val="lt2"/>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4400" u="none" cap="none" strike="noStrike">
                <a:solidFill>
                  <a:schemeClr val="lt2"/>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4400" u="none" cap="none" strike="noStrike">
                <a:solidFill>
                  <a:schemeClr val="lt2"/>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4400" u="none" cap="none" strike="noStrike">
                <a:solidFill>
                  <a:schemeClr val="lt2"/>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4400" u="none" cap="none" strike="noStrike">
                <a:solidFill>
                  <a:schemeClr val="lt2"/>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4400" u="none" cap="none" strike="noStrike">
                <a:solidFill>
                  <a:schemeClr val="lt2"/>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4400" u="none" cap="none" strike="noStrike">
                <a:solidFill>
                  <a:schemeClr val="lt2"/>
                </a:solidFill>
                <a:latin typeface="Twentieth Century"/>
                <a:ea typeface="Twentieth Century"/>
                <a:cs typeface="Twentieth Century"/>
                <a:sym typeface="Twentieth Century"/>
              </a:defRPr>
            </a:lvl9pPr>
          </a:lstStyle>
          <a:p/>
        </p:txBody>
      </p:sp>
      <p:sp>
        <p:nvSpPr>
          <p:cNvPr id="17" name="Google Shape;17;p23"/>
          <p:cNvSpPr txBox="1"/>
          <p:nvPr>
            <p:ph idx="1" type="body"/>
          </p:nvPr>
        </p:nvSpPr>
        <p:spPr>
          <a:xfrm>
            <a:off x="612775" y="1600200"/>
            <a:ext cx="8153400" cy="4525962"/>
          </a:xfrm>
          <a:prstGeom prst="rect">
            <a:avLst/>
          </a:prstGeom>
          <a:noFill/>
          <a:ln>
            <a:noFill/>
          </a:ln>
        </p:spPr>
        <p:txBody>
          <a:bodyPr anchorCtr="0" anchor="t" bIns="45700" lIns="91425" spcFirstLastPara="1" rIns="91425" wrap="square" tIns="45700">
            <a:noAutofit/>
          </a:bodyPr>
          <a:lstStyle>
            <a:lvl1pPr indent="-339090" lvl="0" marL="457200" marR="0" rtl="0" algn="l">
              <a:spcBef>
                <a:spcPts val="700"/>
              </a:spcBef>
              <a:spcAft>
                <a:spcPts val="0"/>
              </a:spcAft>
              <a:buClr>
                <a:schemeClr val="accent2"/>
              </a:buClr>
              <a:buSzPts val="1740"/>
              <a:buFont typeface="Noto Sans Symbols"/>
              <a:buChar char="◻"/>
              <a:defRPr b="0" i="0" sz="2900" u="none" cap="none" strike="noStrike">
                <a:solidFill>
                  <a:schemeClr val="lt1"/>
                </a:solidFill>
                <a:latin typeface="Twentieth Century"/>
                <a:ea typeface="Twentieth Century"/>
                <a:cs typeface="Twentieth Century"/>
                <a:sym typeface="Twentieth Century"/>
              </a:defRPr>
            </a:lvl1pPr>
            <a:lvl2pPr indent="-344169" lvl="1" marL="914400" marR="0" rtl="0" algn="l">
              <a:spcBef>
                <a:spcPts val="550"/>
              </a:spcBef>
              <a:spcAft>
                <a:spcPts val="0"/>
              </a:spcAft>
              <a:buClr>
                <a:schemeClr val="accent1"/>
              </a:buClr>
              <a:buSzPts val="1820"/>
              <a:buFont typeface="Noto Sans Symbols"/>
              <a:buChar char="🞑"/>
              <a:defRPr b="0" i="0" sz="2600" u="none" cap="none" strike="noStrike">
                <a:solidFill>
                  <a:schemeClr val="lt1"/>
                </a:solidFill>
                <a:latin typeface="Twentieth Century"/>
                <a:ea typeface="Twentieth Century"/>
                <a:cs typeface="Twentieth Century"/>
                <a:sym typeface="Twentieth Century"/>
              </a:defRPr>
            </a:lvl2pPr>
            <a:lvl3pPr indent="-338137" lvl="2" marL="1371600" marR="0" rtl="0" algn="l">
              <a:spcBef>
                <a:spcPts val="500"/>
              </a:spcBef>
              <a:spcAft>
                <a:spcPts val="0"/>
              </a:spcAft>
              <a:buClr>
                <a:schemeClr val="accent2"/>
              </a:buClr>
              <a:buSzPts val="1725"/>
              <a:buFont typeface="Noto Sans Symbols"/>
              <a:buChar char="■"/>
              <a:defRPr b="0" i="0" sz="2300" u="none" cap="none" strike="noStrike">
                <a:solidFill>
                  <a:schemeClr val="lt1"/>
                </a:solidFill>
                <a:latin typeface="Twentieth Century"/>
                <a:ea typeface="Twentieth Century"/>
                <a:cs typeface="Twentieth Century"/>
                <a:sym typeface="Twentieth Century"/>
              </a:defRPr>
            </a:lvl3pPr>
            <a:lvl4pPr indent="-323850" lvl="3" marL="1828800" marR="0" rtl="0" algn="l">
              <a:spcBef>
                <a:spcPts val="400"/>
              </a:spcBef>
              <a:spcAft>
                <a:spcPts val="0"/>
              </a:spcAft>
              <a:buClr>
                <a:srgbClr val="EB641B"/>
              </a:buClr>
              <a:buSzPts val="1500"/>
              <a:buFont typeface="Noto Sans Symbols"/>
              <a:buChar char="■"/>
              <a:defRPr b="0" i="0" sz="2000" u="none" cap="none" strike="noStrike">
                <a:solidFill>
                  <a:schemeClr val="lt1"/>
                </a:solidFill>
                <a:latin typeface="Twentieth Century"/>
                <a:ea typeface="Twentieth Century"/>
                <a:cs typeface="Twentieth Century"/>
                <a:sym typeface="Twentieth Century"/>
              </a:defRPr>
            </a:lvl4pPr>
            <a:lvl5pPr indent="-311150" lvl="4" marL="2286000" marR="0" rtl="0" algn="l">
              <a:spcBef>
                <a:spcPts val="400"/>
              </a:spcBef>
              <a:spcAft>
                <a:spcPts val="0"/>
              </a:spcAft>
              <a:buClr>
                <a:srgbClr val="39639D"/>
              </a:buClr>
              <a:buSzPts val="1300"/>
              <a:buFont typeface="Noto Sans Symbols"/>
              <a:buChar char="■"/>
              <a:defRPr b="0" i="0" sz="2000" u="none" cap="none" strike="noStrike">
                <a:solidFill>
                  <a:schemeClr val="lt1"/>
                </a:solidFill>
                <a:latin typeface="Twentieth Century"/>
                <a:ea typeface="Twentieth Century"/>
                <a:cs typeface="Twentieth Century"/>
                <a:sym typeface="Twentieth Century"/>
              </a:defRPr>
            </a:lvl5pPr>
            <a:lvl6pPr indent="-342900" lvl="5" marL="2743200" marR="0" rtl="0" algn="l">
              <a:spcBef>
                <a:spcPts val="360"/>
              </a:spcBef>
              <a:spcAft>
                <a:spcPts val="0"/>
              </a:spcAft>
              <a:buClr>
                <a:schemeClr val="accent1"/>
              </a:buClr>
              <a:buSzPts val="1800"/>
              <a:buFont typeface="Noto Sans Symbols"/>
              <a:buChar char="▪"/>
              <a:defRPr b="0" i="0" sz="1800" u="none" cap="none" strike="noStrike">
                <a:solidFill>
                  <a:schemeClr val="lt1"/>
                </a:solidFill>
                <a:latin typeface="Twentieth Century"/>
                <a:ea typeface="Twentieth Century"/>
                <a:cs typeface="Twentieth Century"/>
                <a:sym typeface="Twentieth Century"/>
              </a:defRPr>
            </a:lvl6pPr>
            <a:lvl7pPr indent="-342900" lvl="6" marL="3200400" marR="0" rtl="0" algn="l">
              <a:spcBef>
                <a:spcPts val="360"/>
              </a:spcBef>
              <a:spcAft>
                <a:spcPts val="0"/>
              </a:spcAft>
              <a:buClr>
                <a:schemeClr val="accent2"/>
              </a:buClr>
              <a:buSzPts val="1800"/>
              <a:buFont typeface="Noto Sans Symbols"/>
              <a:buChar char="▪"/>
              <a:defRPr b="0" i="0" sz="1800" u="none" cap="none" strike="noStrike">
                <a:solidFill>
                  <a:schemeClr val="lt1"/>
                </a:solidFill>
                <a:latin typeface="Twentieth Century"/>
                <a:ea typeface="Twentieth Century"/>
                <a:cs typeface="Twentieth Century"/>
                <a:sym typeface="Twentieth Century"/>
              </a:defRPr>
            </a:lvl7pPr>
            <a:lvl8pPr indent="-342900" lvl="7" marL="3657600" marR="0" rtl="0" algn="l">
              <a:spcBef>
                <a:spcPts val="360"/>
              </a:spcBef>
              <a:spcAft>
                <a:spcPts val="0"/>
              </a:spcAft>
              <a:buClr>
                <a:schemeClr val="accent3"/>
              </a:buClr>
              <a:buSzPts val="1800"/>
              <a:buFont typeface="Noto Sans Symbols"/>
              <a:buChar char="▪"/>
              <a:defRPr b="0" i="0" sz="1800" u="none" cap="none" strike="noStrike">
                <a:solidFill>
                  <a:schemeClr val="lt1"/>
                </a:solidFill>
                <a:latin typeface="Twentieth Century"/>
                <a:ea typeface="Twentieth Century"/>
                <a:cs typeface="Twentieth Century"/>
                <a:sym typeface="Twentieth Century"/>
              </a:defRPr>
            </a:lvl8pPr>
            <a:lvl9pPr indent="-342900" lvl="8" marL="4114800" marR="0" rtl="0" algn="l">
              <a:spcBef>
                <a:spcPts val="360"/>
              </a:spcBef>
              <a:spcAft>
                <a:spcPts val="0"/>
              </a:spcAft>
              <a:buClr>
                <a:schemeClr val="accent4"/>
              </a:buClr>
              <a:buSzPts val="1800"/>
              <a:buFont typeface="Noto Sans Symbols"/>
              <a:buChar char="▪"/>
              <a:defRPr b="0" i="0" sz="1800" u="none" cap="none" strike="noStrike">
                <a:solidFill>
                  <a:schemeClr val="lt1"/>
                </a:solidFill>
                <a:latin typeface="Twentieth Century"/>
                <a:ea typeface="Twentieth Century"/>
                <a:cs typeface="Twentieth Century"/>
                <a:sym typeface="Twentieth Century"/>
              </a:defRPr>
            </a:lvl9pPr>
          </a:lstStyle>
          <a:p/>
        </p:txBody>
      </p:sp>
      <p:sp>
        <p:nvSpPr>
          <p:cNvPr id="18" name="Google Shape;18;p23"/>
          <p:cNvSpPr txBox="1"/>
          <p:nvPr>
            <p:ph idx="10" type="dt"/>
          </p:nvPr>
        </p:nvSpPr>
        <p:spPr>
          <a:xfrm>
            <a:off x="76200" y="6069012"/>
            <a:ext cx="2057400" cy="6858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2000" u="none">
                <a:solidFill>
                  <a:srgbClr val="FFFFFF"/>
                </a:solidFill>
                <a:latin typeface="Twentieth Century"/>
                <a:ea typeface="Twentieth Century"/>
                <a:cs typeface="Twentieth Century"/>
                <a:sym typeface="Twentieth Century"/>
              </a:defRPr>
            </a:lvl1pPr>
            <a:lvl2pPr lvl="1"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19" name="Google Shape;19;p23"/>
          <p:cNvSpPr txBox="1"/>
          <p:nvPr>
            <p:ph idx="11" type="ftr"/>
          </p:nvPr>
        </p:nvSpPr>
        <p:spPr>
          <a:xfrm>
            <a:off x="2085975" y="236537"/>
            <a:ext cx="586740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400" u="none">
                <a:solidFill>
                  <a:schemeClr val="lt2"/>
                </a:solidFill>
                <a:latin typeface="Twentieth Century"/>
                <a:ea typeface="Twentieth Century"/>
                <a:cs typeface="Twentieth Century"/>
                <a:sym typeface="Twentieth Century"/>
              </a:defRPr>
            </a:lvl1pPr>
            <a:lvl2pPr lvl="1"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20" name="Google Shape;20;p23"/>
          <p:cNvSpPr txBox="1"/>
          <p:nvPr>
            <p:ph idx="12" type="sldNum"/>
          </p:nvPr>
        </p:nvSpPr>
        <p:spPr>
          <a:xfrm>
            <a:off x="8001000" y="228600"/>
            <a:ext cx="838200" cy="381000"/>
          </a:xfrm>
          <a:prstGeom prst="rect">
            <a:avLst/>
          </a:prstGeom>
          <a:noFill/>
          <a:ln>
            <a:noFill/>
          </a:ln>
        </p:spPr>
        <p:txBody>
          <a:bodyPr anchorCtr="0" anchor="ctr" bIns="45700" lIns="91425" spcFirstLastPara="1" rIns="91425" wrap="square" tIns="45700">
            <a:normAutofit/>
          </a:bodyPr>
          <a:lstStyle>
            <a:lvl1pPr indent="0" lvl="0" marL="0" marR="0" rtl="0" algn="ctr">
              <a:lnSpc>
                <a:spcPct val="100000"/>
              </a:lnSpc>
              <a:spcBef>
                <a:spcPts val="0"/>
              </a:spcBef>
              <a:spcAft>
                <a:spcPts val="0"/>
              </a:spcAft>
              <a:buClr>
                <a:schemeClr val="lt2"/>
              </a:buClr>
              <a:buSzPts val="1400"/>
              <a:buFont typeface="Twentieth Century"/>
              <a:buNone/>
              <a:defRPr b="1" i="0" sz="1400" u="none">
                <a:solidFill>
                  <a:schemeClr val="lt2"/>
                </a:solidFill>
                <a:latin typeface="Twentieth Century"/>
                <a:ea typeface="Twentieth Century"/>
                <a:cs typeface="Twentieth Century"/>
                <a:sym typeface="Twentieth Century"/>
              </a:defRPr>
            </a:lvl1pPr>
            <a:lvl2pPr indent="0" lvl="1" marL="0" marR="0" rtl="0" algn="ctr">
              <a:lnSpc>
                <a:spcPct val="100000"/>
              </a:lnSpc>
              <a:spcBef>
                <a:spcPts val="0"/>
              </a:spcBef>
              <a:spcAft>
                <a:spcPts val="0"/>
              </a:spcAft>
              <a:buClr>
                <a:schemeClr val="lt2"/>
              </a:buClr>
              <a:buSzPts val="1400"/>
              <a:buFont typeface="Twentieth Century"/>
              <a:buNone/>
              <a:defRPr b="1" i="0" sz="1400" u="none">
                <a:solidFill>
                  <a:schemeClr val="lt2"/>
                </a:solidFill>
                <a:latin typeface="Twentieth Century"/>
                <a:ea typeface="Twentieth Century"/>
                <a:cs typeface="Twentieth Century"/>
                <a:sym typeface="Twentieth Century"/>
              </a:defRPr>
            </a:lvl2pPr>
            <a:lvl3pPr indent="0" lvl="2" marL="0" marR="0" rtl="0" algn="ctr">
              <a:lnSpc>
                <a:spcPct val="100000"/>
              </a:lnSpc>
              <a:spcBef>
                <a:spcPts val="0"/>
              </a:spcBef>
              <a:spcAft>
                <a:spcPts val="0"/>
              </a:spcAft>
              <a:buClr>
                <a:schemeClr val="lt2"/>
              </a:buClr>
              <a:buSzPts val="1400"/>
              <a:buFont typeface="Twentieth Century"/>
              <a:buNone/>
              <a:defRPr b="1" i="0" sz="1400" u="none">
                <a:solidFill>
                  <a:schemeClr val="lt2"/>
                </a:solidFill>
                <a:latin typeface="Twentieth Century"/>
                <a:ea typeface="Twentieth Century"/>
                <a:cs typeface="Twentieth Century"/>
                <a:sym typeface="Twentieth Century"/>
              </a:defRPr>
            </a:lvl3pPr>
            <a:lvl4pPr indent="0" lvl="3" marL="0" marR="0" rtl="0" algn="ctr">
              <a:lnSpc>
                <a:spcPct val="100000"/>
              </a:lnSpc>
              <a:spcBef>
                <a:spcPts val="0"/>
              </a:spcBef>
              <a:spcAft>
                <a:spcPts val="0"/>
              </a:spcAft>
              <a:buClr>
                <a:schemeClr val="lt2"/>
              </a:buClr>
              <a:buSzPts val="1400"/>
              <a:buFont typeface="Twentieth Century"/>
              <a:buNone/>
              <a:defRPr b="1" i="0" sz="1400" u="none">
                <a:solidFill>
                  <a:schemeClr val="lt2"/>
                </a:solidFill>
                <a:latin typeface="Twentieth Century"/>
                <a:ea typeface="Twentieth Century"/>
                <a:cs typeface="Twentieth Century"/>
                <a:sym typeface="Twentieth Century"/>
              </a:defRPr>
            </a:lvl4pPr>
            <a:lvl5pPr indent="0" lvl="4" marL="0" marR="0" rtl="0" algn="ctr">
              <a:lnSpc>
                <a:spcPct val="100000"/>
              </a:lnSpc>
              <a:spcBef>
                <a:spcPts val="0"/>
              </a:spcBef>
              <a:spcAft>
                <a:spcPts val="0"/>
              </a:spcAft>
              <a:buClr>
                <a:schemeClr val="lt2"/>
              </a:buClr>
              <a:buSzPts val="1400"/>
              <a:buFont typeface="Twentieth Century"/>
              <a:buNone/>
              <a:defRPr b="1" i="0" sz="1400" u="none">
                <a:solidFill>
                  <a:schemeClr val="lt2"/>
                </a:solidFill>
                <a:latin typeface="Twentieth Century"/>
                <a:ea typeface="Twentieth Century"/>
                <a:cs typeface="Twentieth Century"/>
                <a:sym typeface="Twentieth Century"/>
              </a:defRPr>
            </a:lvl5pPr>
            <a:lvl6pPr indent="0" lvl="5" marL="0" marR="0" rtl="0" algn="ctr">
              <a:lnSpc>
                <a:spcPct val="100000"/>
              </a:lnSpc>
              <a:spcBef>
                <a:spcPts val="0"/>
              </a:spcBef>
              <a:spcAft>
                <a:spcPts val="0"/>
              </a:spcAft>
              <a:buClr>
                <a:schemeClr val="lt2"/>
              </a:buClr>
              <a:buSzPts val="1400"/>
              <a:buFont typeface="Twentieth Century"/>
              <a:buNone/>
              <a:defRPr b="1" i="0" sz="1400" u="none">
                <a:solidFill>
                  <a:schemeClr val="lt2"/>
                </a:solidFill>
                <a:latin typeface="Twentieth Century"/>
                <a:ea typeface="Twentieth Century"/>
                <a:cs typeface="Twentieth Century"/>
                <a:sym typeface="Twentieth Century"/>
              </a:defRPr>
            </a:lvl6pPr>
            <a:lvl7pPr indent="0" lvl="6" marL="0" marR="0" rtl="0" algn="ctr">
              <a:lnSpc>
                <a:spcPct val="100000"/>
              </a:lnSpc>
              <a:spcBef>
                <a:spcPts val="0"/>
              </a:spcBef>
              <a:spcAft>
                <a:spcPts val="0"/>
              </a:spcAft>
              <a:buClr>
                <a:schemeClr val="lt2"/>
              </a:buClr>
              <a:buSzPts val="1400"/>
              <a:buFont typeface="Twentieth Century"/>
              <a:buNone/>
              <a:defRPr b="1" i="0" sz="1400" u="none">
                <a:solidFill>
                  <a:schemeClr val="lt2"/>
                </a:solidFill>
                <a:latin typeface="Twentieth Century"/>
                <a:ea typeface="Twentieth Century"/>
                <a:cs typeface="Twentieth Century"/>
                <a:sym typeface="Twentieth Century"/>
              </a:defRPr>
            </a:lvl7pPr>
            <a:lvl8pPr indent="0" lvl="7" marL="0" marR="0" rtl="0" algn="ctr">
              <a:lnSpc>
                <a:spcPct val="100000"/>
              </a:lnSpc>
              <a:spcBef>
                <a:spcPts val="0"/>
              </a:spcBef>
              <a:spcAft>
                <a:spcPts val="0"/>
              </a:spcAft>
              <a:buClr>
                <a:schemeClr val="lt2"/>
              </a:buClr>
              <a:buSzPts val="1400"/>
              <a:buFont typeface="Twentieth Century"/>
              <a:buNone/>
              <a:defRPr b="1" i="0" sz="1400" u="none">
                <a:solidFill>
                  <a:schemeClr val="lt2"/>
                </a:solidFill>
                <a:latin typeface="Twentieth Century"/>
                <a:ea typeface="Twentieth Century"/>
                <a:cs typeface="Twentieth Century"/>
                <a:sym typeface="Twentieth Century"/>
              </a:defRPr>
            </a:lvl8pPr>
            <a:lvl9pPr indent="0" lvl="8" marL="0" marR="0" rtl="0" algn="ctr">
              <a:lnSpc>
                <a:spcPct val="100000"/>
              </a:lnSpc>
              <a:spcBef>
                <a:spcPts val="0"/>
              </a:spcBef>
              <a:spcAft>
                <a:spcPts val="0"/>
              </a:spcAft>
              <a:buClr>
                <a:schemeClr val="lt2"/>
              </a:buClr>
              <a:buSzPts val="1400"/>
              <a:buFont typeface="Twentieth Century"/>
              <a:buNone/>
              <a:defRPr b="1" i="0" sz="1400" u="none">
                <a:solidFill>
                  <a:schemeClr val="lt2"/>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b="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 name="Shape 27"/>
        <p:cNvGrpSpPr/>
        <p:nvPr/>
      </p:nvGrpSpPr>
      <p:grpSpPr>
        <a:xfrm>
          <a:off x="0" y="0"/>
          <a:ext cx="0" cy="0"/>
          <a:chOff x="0" y="0"/>
          <a:chExt cx="0" cy="0"/>
        </a:xfrm>
      </p:grpSpPr>
      <p:sp>
        <p:nvSpPr>
          <p:cNvPr id="28" name="Google Shape;28;p25"/>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9pPr>
          </a:lstStyle>
          <a:p/>
        </p:txBody>
      </p:sp>
      <p:sp>
        <p:nvSpPr>
          <p:cNvPr id="29" name="Google Shape;29;p25"/>
          <p:cNvSpPr txBox="1"/>
          <p:nvPr>
            <p:ph idx="1" type="body"/>
          </p:nvPr>
        </p:nvSpPr>
        <p:spPr>
          <a:xfrm>
            <a:off x="612775" y="1600200"/>
            <a:ext cx="8153400" cy="4525962"/>
          </a:xfrm>
          <a:prstGeom prst="rect">
            <a:avLst/>
          </a:prstGeom>
          <a:noFill/>
          <a:ln>
            <a:noFill/>
          </a:ln>
        </p:spPr>
        <p:txBody>
          <a:bodyPr anchorCtr="0" anchor="t" bIns="45700" lIns="91425" spcFirstLastPara="1" rIns="91425" wrap="square" tIns="45700">
            <a:noAutofit/>
          </a:bodyPr>
          <a:lstStyle>
            <a:lvl1pPr indent="-339090" lvl="0" marL="457200" marR="0" rtl="0" algn="l">
              <a:spcBef>
                <a:spcPts val="700"/>
              </a:spcBef>
              <a:spcAft>
                <a:spcPts val="0"/>
              </a:spcAft>
              <a:buClr>
                <a:schemeClr val="accent2"/>
              </a:buClr>
              <a:buSzPts val="1740"/>
              <a:buFont typeface="Noto Sans Symbols"/>
              <a:buChar char="◻"/>
              <a:defRPr b="0" i="0" sz="2900" u="none" cap="none" strike="noStrike">
                <a:solidFill>
                  <a:schemeClr val="dk1"/>
                </a:solidFill>
                <a:latin typeface="Twentieth Century"/>
                <a:ea typeface="Twentieth Century"/>
                <a:cs typeface="Twentieth Century"/>
                <a:sym typeface="Twentieth Century"/>
              </a:defRPr>
            </a:lvl1pPr>
            <a:lvl2pPr indent="-344169" lvl="1" marL="914400" marR="0" rtl="0" algn="l">
              <a:spcBef>
                <a:spcPts val="550"/>
              </a:spcBef>
              <a:spcAft>
                <a:spcPts val="0"/>
              </a:spcAft>
              <a:buClr>
                <a:schemeClr val="accent1"/>
              </a:buClr>
              <a:buSzPts val="1820"/>
              <a:buFont typeface="Noto Sans Symbols"/>
              <a:buChar char="🞑"/>
              <a:defRPr b="0" i="0" sz="2600" u="none" cap="none" strike="noStrike">
                <a:solidFill>
                  <a:schemeClr val="dk1"/>
                </a:solidFill>
                <a:latin typeface="Twentieth Century"/>
                <a:ea typeface="Twentieth Century"/>
                <a:cs typeface="Twentieth Century"/>
                <a:sym typeface="Twentieth Century"/>
              </a:defRPr>
            </a:lvl2pPr>
            <a:lvl3pPr indent="-338137" lvl="2" marL="1371600" marR="0" rtl="0" algn="l">
              <a:spcBef>
                <a:spcPts val="500"/>
              </a:spcBef>
              <a:spcAft>
                <a:spcPts val="0"/>
              </a:spcAft>
              <a:buClr>
                <a:schemeClr val="accent2"/>
              </a:buClr>
              <a:buSzPts val="1725"/>
              <a:buFont typeface="Noto Sans Symbols"/>
              <a:buChar char="■"/>
              <a:defRPr b="0" i="0" sz="2300" u="none" cap="none" strike="noStrike">
                <a:solidFill>
                  <a:schemeClr val="dk1"/>
                </a:solidFill>
                <a:latin typeface="Twentieth Century"/>
                <a:ea typeface="Twentieth Century"/>
                <a:cs typeface="Twentieth Century"/>
                <a:sym typeface="Twentieth Century"/>
              </a:defRPr>
            </a:lvl3pPr>
            <a:lvl4pPr indent="-323850" lvl="3" marL="1828800" marR="0" rtl="0" algn="l">
              <a:spcBef>
                <a:spcPts val="400"/>
              </a:spcBef>
              <a:spcAft>
                <a:spcPts val="0"/>
              </a:spcAft>
              <a:buClr>
                <a:srgbClr val="EB641B"/>
              </a:buClr>
              <a:buSzPts val="1500"/>
              <a:buFont typeface="Noto Sans Symbols"/>
              <a:buChar char="■"/>
              <a:defRPr b="0" i="0" sz="2000" u="none" cap="none" strike="noStrike">
                <a:solidFill>
                  <a:schemeClr val="dk1"/>
                </a:solidFill>
                <a:latin typeface="Twentieth Century"/>
                <a:ea typeface="Twentieth Century"/>
                <a:cs typeface="Twentieth Century"/>
                <a:sym typeface="Twentieth Century"/>
              </a:defRPr>
            </a:lvl4pPr>
            <a:lvl5pPr indent="-311150" lvl="4" marL="2286000" marR="0" rtl="0" algn="l">
              <a:spcBef>
                <a:spcPts val="400"/>
              </a:spcBef>
              <a:spcAft>
                <a:spcPts val="0"/>
              </a:spcAft>
              <a:buClr>
                <a:srgbClr val="39639D"/>
              </a:buClr>
              <a:buSzPts val="1300"/>
              <a:buFont typeface="Noto Sans Symbols"/>
              <a:buChar char="■"/>
              <a:defRPr b="0" i="0" sz="2000" u="none" cap="none" strike="noStrike">
                <a:solidFill>
                  <a:schemeClr val="dk1"/>
                </a:solidFill>
                <a:latin typeface="Twentieth Century"/>
                <a:ea typeface="Twentieth Century"/>
                <a:cs typeface="Twentieth Century"/>
                <a:sym typeface="Twentieth Century"/>
              </a:defRPr>
            </a:lvl5pPr>
            <a:lvl6pPr indent="-342900" lvl="5" marL="27432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6pPr>
            <a:lvl7pPr indent="-342900" lvl="6" marL="32004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7pPr>
            <a:lvl8pPr indent="-342900" lvl="7" marL="36576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8pPr>
            <a:lvl9pPr indent="-342900" lvl="8" marL="4114800" marR="0" rtl="0" algn="l">
              <a:spcBef>
                <a:spcPts val="360"/>
              </a:spcBef>
              <a:spcAft>
                <a:spcPts val="0"/>
              </a:spcAft>
              <a:buClr>
                <a:schemeClr val="accent4"/>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9pPr>
          </a:lstStyle>
          <a:p/>
        </p:txBody>
      </p:sp>
      <p:sp>
        <p:nvSpPr>
          <p:cNvPr id="30" name="Google Shape;30;p25"/>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400" u="none">
                <a:solidFill>
                  <a:schemeClr val="dk2"/>
                </a:solidFill>
                <a:latin typeface="Twentieth Century"/>
                <a:ea typeface="Twentieth Century"/>
                <a:cs typeface="Twentieth Century"/>
                <a:sym typeface="Twentieth Century"/>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1" name="Google Shape;31;p25"/>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400" u="none">
                <a:solidFill>
                  <a:schemeClr val="dk2"/>
                </a:solidFill>
                <a:latin typeface="Twentieth Century"/>
                <a:ea typeface="Twentieth Century"/>
                <a:cs typeface="Twentieth Century"/>
                <a:sym typeface="Twentieth Century"/>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2" name="Google Shape;32;p25"/>
          <p:cNvSpPr txBox="1"/>
          <p:nvPr/>
        </p:nvSpPr>
        <p:spPr>
          <a:xfrm>
            <a:off x="0" y="1235075"/>
            <a:ext cx="9144000" cy="3190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3" name="Google Shape;33;p25"/>
          <p:cNvSpPr txBox="1"/>
          <p:nvPr/>
        </p:nvSpPr>
        <p:spPr>
          <a:xfrm>
            <a:off x="0" y="1279525"/>
            <a:ext cx="533400" cy="228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 name="Google Shape;34;p25"/>
          <p:cNvSpPr txBox="1"/>
          <p:nvPr/>
        </p:nvSpPr>
        <p:spPr>
          <a:xfrm>
            <a:off x="590550" y="1279525"/>
            <a:ext cx="8553450" cy="228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5" name="Google Shape;35;p25"/>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rmAutofit/>
          </a:bodyPr>
          <a:lstStyle>
            <a:lvl1pPr indent="0" lvl="0"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1pPr>
            <a:lvl2pPr indent="0" lvl="1"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2pPr>
            <a:lvl3pPr indent="0" lvl="2"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3pPr>
            <a:lvl4pPr indent="0" lvl="3"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4pPr>
            <a:lvl5pPr indent="0" lvl="4"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5pPr>
            <a:lvl6pPr indent="0" lvl="5"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6pPr>
            <a:lvl7pPr indent="0" lvl="6"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7pPr>
            <a:lvl8pPr indent="0" lvl="7"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8pPr>
            <a:lvl9pPr indent="0" lvl="8"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b="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 name="Shape 60"/>
        <p:cNvGrpSpPr/>
        <p:nvPr/>
      </p:nvGrpSpPr>
      <p:grpSpPr>
        <a:xfrm>
          <a:off x="0" y="0"/>
          <a:ext cx="0" cy="0"/>
          <a:chOff x="0" y="0"/>
          <a:chExt cx="0" cy="0"/>
        </a:xfrm>
      </p:grpSpPr>
      <p:sp>
        <p:nvSpPr>
          <p:cNvPr id="61" name="Google Shape;61;p30"/>
          <p:cNvSpPr txBox="1"/>
          <p:nvPr/>
        </p:nvSpPr>
        <p:spPr>
          <a:xfrm>
            <a:off x="0" y="1235075"/>
            <a:ext cx="9144000" cy="3190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2" name="Google Shape;62;p30"/>
          <p:cNvSpPr txBox="1"/>
          <p:nvPr/>
        </p:nvSpPr>
        <p:spPr>
          <a:xfrm>
            <a:off x="0" y="1279525"/>
            <a:ext cx="533400" cy="228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3" name="Google Shape;63;p30"/>
          <p:cNvSpPr txBox="1"/>
          <p:nvPr/>
        </p:nvSpPr>
        <p:spPr>
          <a:xfrm>
            <a:off x="590550" y="1279525"/>
            <a:ext cx="8553450" cy="228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4" name="Google Shape;64;p30"/>
          <p:cNvSpPr txBox="1"/>
          <p:nvPr/>
        </p:nvSpPr>
        <p:spPr>
          <a:xfrm>
            <a:off x="0" y="1524000"/>
            <a:ext cx="9144000" cy="1143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5" name="Google Shape;65;p30"/>
          <p:cNvSpPr txBox="1"/>
          <p:nvPr/>
        </p:nvSpPr>
        <p:spPr>
          <a:xfrm>
            <a:off x="0" y="1600200"/>
            <a:ext cx="1295400" cy="990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6" name="Google Shape;66;p30"/>
          <p:cNvSpPr txBox="1"/>
          <p:nvPr/>
        </p:nvSpPr>
        <p:spPr>
          <a:xfrm>
            <a:off x="1371600" y="1600200"/>
            <a:ext cx="7772400" cy="990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7" name="Google Shape;67;p30"/>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9pPr>
          </a:lstStyle>
          <a:p/>
        </p:txBody>
      </p:sp>
      <p:sp>
        <p:nvSpPr>
          <p:cNvPr id="68" name="Google Shape;68;p30"/>
          <p:cNvSpPr txBox="1"/>
          <p:nvPr>
            <p:ph idx="1" type="body"/>
          </p:nvPr>
        </p:nvSpPr>
        <p:spPr>
          <a:xfrm>
            <a:off x="612775" y="1600200"/>
            <a:ext cx="8153400" cy="4525962"/>
          </a:xfrm>
          <a:prstGeom prst="rect">
            <a:avLst/>
          </a:prstGeom>
          <a:noFill/>
          <a:ln>
            <a:noFill/>
          </a:ln>
        </p:spPr>
        <p:txBody>
          <a:bodyPr anchorCtr="0" anchor="t" bIns="45700" lIns="91425" spcFirstLastPara="1" rIns="91425" wrap="square" tIns="45700">
            <a:noAutofit/>
          </a:bodyPr>
          <a:lstStyle>
            <a:lvl1pPr indent="-339090" lvl="0" marL="457200" marR="0" rtl="0" algn="l">
              <a:spcBef>
                <a:spcPts val="700"/>
              </a:spcBef>
              <a:spcAft>
                <a:spcPts val="0"/>
              </a:spcAft>
              <a:buClr>
                <a:schemeClr val="accent2"/>
              </a:buClr>
              <a:buSzPts val="1740"/>
              <a:buFont typeface="Noto Sans Symbols"/>
              <a:buChar char="◻"/>
              <a:defRPr b="0" i="0" sz="2900" u="none" cap="none" strike="noStrike">
                <a:solidFill>
                  <a:schemeClr val="dk1"/>
                </a:solidFill>
                <a:latin typeface="Twentieth Century"/>
                <a:ea typeface="Twentieth Century"/>
                <a:cs typeface="Twentieth Century"/>
                <a:sym typeface="Twentieth Century"/>
              </a:defRPr>
            </a:lvl1pPr>
            <a:lvl2pPr indent="-344169" lvl="1" marL="914400" marR="0" rtl="0" algn="l">
              <a:spcBef>
                <a:spcPts val="550"/>
              </a:spcBef>
              <a:spcAft>
                <a:spcPts val="0"/>
              </a:spcAft>
              <a:buClr>
                <a:schemeClr val="accent1"/>
              </a:buClr>
              <a:buSzPts val="1820"/>
              <a:buFont typeface="Noto Sans Symbols"/>
              <a:buChar char="🞑"/>
              <a:defRPr b="0" i="0" sz="2600" u="none" cap="none" strike="noStrike">
                <a:solidFill>
                  <a:schemeClr val="dk1"/>
                </a:solidFill>
                <a:latin typeface="Twentieth Century"/>
                <a:ea typeface="Twentieth Century"/>
                <a:cs typeface="Twentieth Century"/>
                <a:sym typeface="Twentieth Century"/>
              </a:defRPr>
            </a:lvl2pPr>
            <a:lvl3pPr indent="-338137" lvl="2" marL="1371600" marR="0" rtl="0" algn="l">
              <a:spcBef>
                <a:spcPts val="500"/>
              </a:spcBef>
              <a:spcAft>
                <a:spcPts val="0"/>
              </a:spcAft>
              <a:buClr>
                <a:schemeClr val="accent2"/>
              </a:buClr>
              <a:buSzPts val="1725"/>
              <a:buFont typeface="Noto Sans Symbols"/>
              <a:buChar char="■"/>
              <a:defRPr b="0" i="0" sz="2300" u="none" cap="none" strike="noStrike">
                <a:solidFill>
                  <a:schemeClr val="dk1"/>
                </a:solidFill>
                <a:latin typeface="Twentieth Century"/>
                <a:ea typeface="Twentieth Century"/>
                <a:cs typeface="Twentieth Century"/>
                <a:sym typeface="Twentieth Century"/>
              </a:defRPr>
            </a:lvl3pPr>
            <a:lvl4pPr indent="-323850" lvl="3" marL="1828800" marR="0" rtl="0" algn="l">
              <a:spcBef>
                <a:spcPts val="400"/>
              </a:spcBef>
              <a:spcAft>
                <a:spcPts val="0"/>
              </a:spcAft>
              <a:buClr>
                <a:srgbClr val="EB641B"/>
              </a:buClr>
              <a:buSzPts val="1500"/>
              <a:buFont typeface="Noto Sans Symbols"/>
              <a:buChar char="■"/>
              <a:defRPr b="0" i="0" sz="2000" u="none" cap="none" strike="noStrike">
                <a:solidFill>
                  <a:schemeClr val="dk1"/>
                </a:solidFill>
                <a:latin typeface="Twentieth Century"/>
                <a:ea typeface="Twentieth Century"/>
                <a:cs typeface="Twentieth Century"/>
                <a:sym typeface="Twentieth Century"/>
              </a:defRPr>
            </a:lvl4pPr>
            <a:lvl5pPr indent="-311150" lvl="4" marL="2286000" marR="0" rtl="0" algn="l">
              <a:spcBef>
                <a:spcPts val="400"/>
              </a:spcBef>
              <a:spcAft>
                <a:spcPts val="0"/>
              </a:spcAft>
              <a:buClr>
                <a:srgbClr val="39639D"/>
              </a:buClr>
              <a:buSzPts val="1300"/>
              <a:buFont typeface="Noto Sans Symbols"/>
              <a:buChar char="■"/>
              <a:defRPr b="0" i="0" sz="2000" u="none" cap="none" strike="noStrike">
                <a:solidFill>
                  <a:schemeClr val="dk1"/>
                </a:solidFill>
                <a:latin typeface="Twentieth Century"/>
                <a:ea typeface="Twentieth Century"/>
                <a:cs typeface="Twentieth Century"/>
                <a:sym typeface="Twentieth Century"/>
              </a:defRPr>
            </a:lvl5pPr>
            <a:lvl6pPr indent="-342900" lvl="5" marL="27432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6pPr>
            <a:lvl7pPr indent="-342900" lvl="6" marL="32004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7pPr>
            <a:lvl8pPr indent="-342900" lvl="7" marL="36576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8pPr>
            <a:lvl9pPr indent="-342900" lvl="8" marL="4114800" marR="0" rtl="0" algn="l">
              <a:spcBef>
                <a:spcPts val="360"/>
              </a:spcBef>
              <a:spcAft>
                <a:spcPts val="0"/>
              </a:spcAft>
              <a:buClr>
                <a:schemeClr val="accent4"/>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9pPr>
          </a:lstStyle>
          <a:p/>
        </p:txBody>
      </p:sp>
      <p:sp>
        <p:nvSpPr>
          <p:cNvPr id="69" name="Google Shape;69;p30"/>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400" u="none">
                <a:solidFill>
                  <a:schemeClr val="dk2"/>
                </a:solidFill>
                <a:latin typeface="Twentieth Century"/>
                <a:ea typeface="Twentieth Century"/>
                <a:cs typeface="Twentieth Century"/>
                <a:sym typeface="Twentieth Century"/>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0" name="Google Shape;70;p30"/>
          <p:cNvSpPr txBox="1"/>
          <p:nvPr>
            <p:ph idx="12" type="sldNum"/>
          </p:nvPr>
        </p:nvSpPr>
        <p:spPr>
          <a:xfrm>
            <a:off x="0" y="1752600"/>
            <a:ext cx="1295400" cy="701675"/>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FFFFFF"/>
              </a:buClr>
              <a:buSzPts val="2400"/>
              <a:buFont typeface="Twentieth Century"/>
              <a:buNone/>
              <a:defRPr b="1" i="0" sz="2400" u="none">
                <a:solidFill>
                  <a:srgbClr val="FFFFFF"/>
                </a:solidFill>
                <a:latin typeface="Twentieth Century"/>
                <a:ea typeface="Twentieth Century"/>
                <a:cs typeface="Twentieth Century"/>
                <a:sym typeface="Twentieth Century"/>
              </a:defRPr>
            </a:lvl1pPr>
            <a:lvl2pPr indent="0" lvl="1" marL="0" marR="0" rtl="0" algn="ctr">
              <a:lnSpc>
                <a:spcPct val="100000"/>
              </a:lnSpc>
              <a:spcBef>
                <a:spcPts val="0"/>
              </a:spcBef>
              <a:spcAft>
                <a:spcPts val="0"/>
              </a:spcAft>
              <a:buClr>
                <a:srgbClr val="FFFFFF"/>
              </a:buClr>
              <a:buSzPts val="2400"/>
              <a:buFont typeface="Twentieth Century"/>
              <a:buNone/>
              <a:defRPr b="1" i="0" sz="2400" u="none">
                <a:solidFill>
                  <a:srgbClr val="FFFFFF"/>
                </a:solidFill>
                <a:latin typeface="Twentieth Century"/>
                <a:ea typeface="Twentieth Century"/>
                <a:cs typeface="Twentieth Century"/>
                <a:sym typeface="Twentieth Century"/>
              </a:defRPr>
            </a:lvl2pPr>
            <a:lvl3pPr indent="0" lvl="2" marL="0" marR="0" rtl="0" algn="ctr">
              <a:lnSpc>
                <a:spcPct val="100000"/>
              </a:lnSpc>
              <a:spcBef>
                <a:spcPts val="0"/>
              </a:spcBef>
              <a:spcAft>
                <a:spcPts val="0"/>
              </a:spcAft>
              <a:buClr>
                <a:srgbClr val="FFFFFF"/>
              </a:buClr>
              <a:buSzPts val="2400"/>
              <a:buFont typeface="Twentieth Century"/>
              <a:buNone/>
              <a:defRPr b="1" i="0" sz="2400" u="none">
                <a:solidFill>
                  <a:srgbClr val="FFFFFF"/>
                </a:solidFill>
                <a:latin typeface="Twentieth Century"/>
                <a:ea typeface="Twentieth Century"/>
                <a:cs typeface="Twentieth Century"/>
                <a:sym typeface="Twentieth Century"/>
              </a:defRPr>
            </a:lvl3pPr>
            <a:lvl4pPr indent="0" lvl="3" marL="0" marR="0" rtl="0" algn="ctr">
              <a:lnSpc>
                <a:spcPct val="100000"/>
              </a:lnSpc>
              <a:spcBef>
                <a:spcPts val="0"/>
              </a:spcBef>
              <a:spcAft>
                <a:spcPts val="0"/>
              </a:spcAft>
              <a:buClr>
                <a:srgbClr val="FFFFFF"/>
              </a:buClr>
              <a:buSzPts val="2400"/>
              <a:buFont typeface="Twentieth Century"/>
              <a:buNone/>
              <a:defRPr b="1" i="0" sz="2400" u="none">
                <a:solidFill>
                  <a:srgbClr val="FFFFFF"/>
                </a:solidFill>
                <a:latin typeface="Twentieth Century"/>
                <a:ea typeface="Twentieth Century"/>
                <a:cs typeface="Twentieth Century"/>
                <a:sym typeface="Twentieth Century"/>
              </a:defRPr>
            </a:lvl4pPr>
            <a:lvl5pPr indent="0" lvl="4" marL="0" marR="0" rtl="0" algn="ctr">
              <a:lnSpc>
                <a:spcPct val="100000"/>
              </a:lnSpc>
              <a:spcBef>
                <a:spcPts val="0"/>
              </a:spcBef>
              <a:spcAft>
                <a:spcPts val="0"/>
              </a:spcAft>
              <a:buClr>
                <a:srgbClr val="FFFFFF"/>
              </a:buClr>
              <a:buSzPts val="2400"/>
              <a:buFont typeface="Twentieth Century"/>
              <a:buNone/>
              <a:defRPr b="1" i="0" sz="2400" u="none">
                <a:solidFill>
                  <a:srgbClr val="FFFFFF"/>
                </a:solidFill>
                <a:latin typeface="Twentieth Century"/>
                <a:ea typeface="Twentieth Century"/>
                <a:cs typeface="Twentieth Century"/>
                <a:sym typeface="Twentieth Century"/>
              </a:defRPr>
            </a:lvl5pPr>
            <a:lvl6pPr indent="0" lvl="5" marL="0" marR="0" rtl="0" algn="ctr">
              <a:lnSpc>
                <a:spcPct val="100000"/>
              </a:lnSpc>
              <a:spcBef>
                <a:spcPts val="0"/>
              </a:spcBef>
              <a:spcAft>
                <a:spcPts val="0"/>
              </a:spcAft>
              <a:buClr>
                <a:srgbClr val="FFFFFF"/>
              </a:buClr>
              <a:buSzPts val="2400"/>
              <a:buFont typeface="Twentieth Century"/>
              <a:buNone/>
              <a:defRPr b="1" i="0" sz="2400" u="none">
                <a:solidFill>
                  <a:srgbClr val="FFFFFF"/>
                </a:solidFill>
                <a:latin typeface="Twentieth Century"/>
                <a:ea typeface="Twentieth Century"/>
                <a:cs typeface="Twentieth Century"/>
                <a:sym typeface="Twentieth Century"/>
              </a:defRPr>
            </a:lvl6pPr>
            <a:lvl7pPr indent="0" lvl="6" marL="0" marR="0" rtl="0" algn="ctr">
              <a:lnSpc>
                <a:spcPct val="100000"/>
              </a:lnSpc>
              <a:spcBef>
                <a:spcPts val="0"/>
              </a:spcBef>
              <a:spcAft>
                <a:spcPts val="0"/>
              </a:spcAft>
              <a:buClr>
                <a:srgbClr val="FFFFFF"/>
              </a:buClr>
              <a:buSzPts val="2400"/>
              <a:buFont typeface="Twentieth Century"/>
              <a:buNone/>
              <a:defRPr b="1" i="0" sz="2400" u="none">
                <a:solidFill>
                  <a:srgbClr val="FFFFFF"/>
                </a:solidFill>
                <a:latin typeface="Twentieth Century"/>
                <a:ea typeface="Twentieth Century"/>
                <a:cs typeface="Twentieth Century"/>
                <a:sym typeface="Twentieth Century"/>
              </a:defRPr>
            </a:lvl7pPr>
            <a:lvl8pPr indent="0" lvl="7" marL="0" marR="0" rtl="0" algn="ctr">
              <a:lnSpc>
                <a:spcPct val="100000"/>
              </a:lnSpc>
              <a:spcBef>
                <a:spcPts val="0"/>
              </a:spcBef>
              <a:spcAft>
                <a:spcPts val="0"/>
              </a:spcAft>
              <a:buClr>
                <a:srgbClr val="FFFFFF"/>
              </a:buClr>
              <a:buSzPts val="2400"/>
              <a:buFont typeface="Twentieth Century"/>
              <a:buNone/>
              <a:defRPr b="1" i="0" sz="2400" u="none">
                <a:solidFill>
                  <a:srgbClr val="FFFFFF"/>
                </a:solidFill>
                <a:latin typeface="Twentieth Century"/>
                <a:ea typeface="Twentieth Century"/>
                <a:cs typeface="Twentieth Century"/>
                <a:sym typeface="Twentieth Century"/>
              </a:defRPr>
            </a:lvl8pPr>
            <a:lvl9pPr indent="0" lvl="8" marL="0" marR="0" rtl="0" algn="ctr">
              <a:lnSpc>
                <a:spcPct val="100000"/>
              </a:lnSpc>
              <a:spcBef>
                <a:spcPts val="0"/>
              </a:spcBef>
              <a:spcAft>
                <a:spcPts val="0"/>
              </a:spcAft>
              <a:buClr>
                <a:srgbClr val="FFFFFF"/>
              </a:buClr>
              <a:buSzPts val="2400"/>
              <a:buFont typeface="Twentieth Century"/>
              <a:buNone/>
              <a:defRPr b="1" i="0" sz="2400" u="non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b="0" sz="1400">
              <a:solidFill>
                <a:srgbClr val="000000"/>
              </a:solidFill>
              <a:latin typeface="Arial"/>
              <a:ea typeface="Arial"/>
              <a:cs typeface="Arial"/>
              <a:sym typeface="Arial"/>
            </a:endParaRPr>
          </a:p>
        </p:txBody>
      </p:sp>
      <p:sp>
        <p:nvSpPr>
          <p:cNvPr id="71" name="Google Shape;71;p30"/>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400" u="none">
                <a:solidFill>
                  <a:schemeClr val="dk2"/>
                </a:solidFill>
                <a:latin typeface="Twentieth Century"/>
                <a:ea typeface="Twentieth Century"/>
                <a:cs typeface="Twentieth Century"/>
                <a:sym typeface="Twentieth Century"/>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6"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 name="Shape 78"/>
        <p:cNvGrpSpPr/>
        <p:nvPr/>
      </p:nvGrpSpPr>
      <p:grpSpPr>
        <a:xfrm>
          <a:off x="0" y="0"/>
          <a:ext cx="0" cy="0"/>
          <a:chOff x="0" y="0"/>
          <a:chExt cx="0" cy="0"/>
        </a:xfrm>
      </p:grpSpPr>
      <p:sp>
        <p:nvSpPr>
          <p:cNvPr id="79" name="Google Shape;79;p32"/>
          <p:cNvSpPr txBox="1"/>
          <p:nvPr/>
        </p:nvSpPr>
        <p:spPr>
          <a:xfrm>
            <a:off x="0" y="1235075"/>
            <a:ext cx="9144000" cy="3190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0" name="Google Shape;80;p32"/>
          <p:cNvSpPr txBox="1"/>
          <p:nvPr/>
        </p:nvSpPr>
        <p:spPr>
          <a:xfrm>
            <a:off x="0" y="1279525"/>
            <a:ext cx="533400" cy="228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1" name="Google Shape;81;p32"/>
          <p:cNvSpPr txBox="1"/>
          <p:nvPr/>
        </p:nvSpPr>
        <p:spPr>
          <a:xfrm>
            <a:off x="590550" y="1279525"/>
            <a:ext cx="8553450" cy="228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2" name="Google Shape;82;p32"/>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9pPr>
          </a:lstStyle>
          <a:p/>
        </p:txBody>
      </p:sp>
      <p:sp>
        <p:nvSpPr>
          <p:cNvPr id="83" name="Google Shape;83;p32"/>
          <p:cNvSpPr txBox="1"/>
          <p:nvPr>
            <p:ph idx="1" type="body"/>
          </p:nvPr>
        </p:nvSpPr>
        <p:spPr>
          <a:xfrm>
            <a:off x="612775" y="1600200"/>
            <a:ext cx="8153400" cy="4525962"/>
          </a:xfrm>
          <a:prstGeom prst="rect">
            <a:avLst/>
          </a:prstGeom>
          <a:noFill/>
          <a:ln>
            <a:noFill/>
          </a:ln>
        </p:spPr>
        <p:txBody>
          <a:bodyPr anchorCtr="0" anchor="t" bIns="45700" lIns="91425" spcFirstLastPara="1" rIns="91425" wrap="square" tIns="45700">
            <a:noAutofit/>
          </a:bodyPr>
          <a:lstStyle>
            <a:lvl1pPr indent="-339090" lvl="0" marL="457200" marR="0" rtl="0" algn="l">
              <a:spcBef>
                <a:spcPts val="700"/>
              </a:spcBef>
              <a:spcAft>
                <a:spcPts val="0"/>
              </a:spcAft>
              <a:buClr>
                <a:schemeClr val="accent2"/>
              </a:buClr>
              <a:buSzPts val="1740"/>
              <a:buFont typeface="Noto Sans Symbols"/>
              <a:buChar char="◻"/>
              <a:defRPr b="0" i="0" sz="2900" u="none" cap="none" strike="noStrike">
                <a:solidFill>
                  <a:schemeClr val="dk1"/>
                </a:solidFill>
                <a:latin typeface="Twentieth Century"/>
                <a:ea typeface="Twentieth Century"/>
                <a:cs typeface="Twentieth Century"/>
                <a:sym typeface="Twentieth Century"/>
              </a:defRPr>
            </a:lvl1pPr>
            <a:lvl2pPr indent="-344169" lvl="1" marL="914400" marR="0" rtl="0" algn="l">
              <a:spcBef>
                <a:spcPts val="550"/>
              </a:spcBef>
              <a:spcAft>
                <a:spcPts val="0"/>
              </a:spcAft>
              <a:buClr>
                <a:schemeClr val="accent1"/>
              </a:buClr>
              <a:buSzPts val="1820"/>
              <a:buFont typeface="Noto Sans Symbols"/>
              <a:buChar char="🞑"/>
              <a:defRPr b="0" i="0" sz="2600" u="none" cap="none" strike="noStrike">
                <a:solidFill>
                  <a:schemeClr val="dk1"/>
                </a:solidFill>
                <a:latin typeface="Twentieth Century"/>
                <a:ea typeface="Twentieth Century"/>
                <a:cs typeface="Twentieth Century"/>
                <a:sym typeface="Twentieth Century"/>
              </a:defRPr>
            </a:lvl2pPr>
            <a:lvl3pPr indent="-338137" lvl="2" marL="1371600" marR="0" rtl="0" algn="l">
              <a:spcBef>
                <a:spcPts val="500"/>
              </a:spcBef>
              <a:spcAft>
                <a:spcPts val="0"/>
              </a:spcAft>
              <a:buClr>
                <a:schemeClr val="accent2"/>
              </a:buClr>
              <a:buSzPts val="1725"/>
              <a:buFont typeface="Noto Sans Symbols"/>
              <a:buChar char="■"/>
              <a:defRPr b="0" i="0" sz="2300" u="none" cap="none" strike="noStrike">
                <a:solidFill>
                  <a:schemeClr val="dk1"/>
                </a:solidFill>
                <a:latin typeface="Twentieth Century"/>
                <a:ea typeface="Twentieth Century"/>
                <a:cs typeface="Twentieth Century"/>
                <a:sym typeface="Twentieth Century"/>
              </a:defRPr>
            </a:lvl3pPr>
            <a:lvl4pPr indent="-323850" lvl="3" marL="1828800" marR="0" rtl="0" algn="l">
              <a:spcBef>
                <a:spcPts val="400"/>
              </a:spcBef>
              <a:spcAft>
                <a:spcPts val="0"/>
              </a:spcAft>
              <a:buClr>
                <a:srgbClr val="EB641B"/>
              </a:buClr>
              <a:buSzPts val="1500"/>
              <a:buFont typeface="Noto Sans Symbols"/>
              <a:buChar char="■"/>
              <a:defRPr b="0" i="0" sz="2000" u="none" cap="none" strike="noStrike">
                <a:solidFill>
                  <a:schemeClr val="dk1"/>
                </a:solidFill>
                <a:latin typeface="Twentieth Century"/>
                <a:ea typeface="Twentieth Century"/>
                <a:cs typeface="Twentieth Century"/>
                <a:sym typeface="Twentieth Century"/>
              </a:defRPr>
            </a:lvl4pPr>
            <a:lvl5pPr indent="-311150" lvl="4" marL="2286000" marR="0" rtl="0" algn="l">
              <a:spcBef>
                <a:spcPts val="400"/>
              </a:spcBef>
              <a:spcAft>
                <a:spcPts val="0"/>
              </a:spcAft>
              <a:buClr>
                <a:srgbClr val="39639D"/>
              </a:buClr>
              <a:buSzPts val="1300"/>
              <a:buFont typeface="Noto Sans Symbols"/>
              <a:buChar char="■"/>
              <a:defRPr b="0" i="0" sz="2000" u="none" cap="none" strike="noStrike">
                <a:solidFill>
                  <a:schemeClr val="dk1"/>
                </a:solidFill>
                <a:latin typeface="Twentieth Century"/>
                <a:ea typeface="Twentieth Century"/>
                <a:cs typeface="Twentieth Century"/>
                <a:sym typeface="Twentieth Century"/>
              </a:defRPr>
            </a:lvl5pPr>
            <a:lvl6pPr indent="-342900" lvl="5" marL="27432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6pPr>
            <a:lvl7pPr indent="-342900" lvl="6" marL="32004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7pPr>
            <a:lvl8pPr indent="-342900" lvl="7" marL="36576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8pPr>
            <a:lvl9pPr indent="-342900" lvl="8" marL="4114800" marR="0" rtl="0" algn="l">
              <a:spcBef>
                <a:spcPts val="360"/>
              </a:spcBef>
              <a:spcAft>
                <a:spcPts val="0"/>
              </a:spcAft>
              <a:buClr>
                <a:schemeClr val="accent4"/>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9pPr>
          </a:lstStyle>
          <a:p/>
        </p:txBody>
      </p:sp>
      <p:sp>
        <p:nvSpPr>
          <p:cNvPr id="84" name="Google Shape;84;p32"/>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400" u="none">
                <a:solidFill>
                  <a:schemeClr val="dk2"/>
                </a:solidFill>
                <a:latin typeface="Twentieth Century"/>
                <a:ea typeface="Twentieth Century"/>
                <a:cs typeface="Twentieth Century"/>
                <a:sym typeface="Twentieth Century"/>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5" name="Google Shape;85;p32"/>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rmAutofit/>
          </a:bodyPr>
          <a:lstStyle>
            <a:lvl1pPr indent="0" lvl="0"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1pPr>
            <a:lvl2pPr indent="0" lvl="1"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2pPr>
            <a:lvl3pPr indent="0" lvl="2"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3pPr>
            <a:lvl4pPr indent="0" lvl="3"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4pPr>
            <a:lvl5pPr indent="0" lvl="4"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5pPr>
            <a:lvl6pPr indent="0" lvl="5"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6pPr>
            <a:lvl7pPr indent="0" lvl="6"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7pPr>
            <a:lvl8pPr indent="0" lvl="7"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8pPr>
            <a:lvl9pPr indent="0" lvl="8"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b="0">
              <a:solidFill>
                <a:srgbClr val="000000"/>
              </a:solidFill>
              <a:latin typeface="Arial"/>
              <a:ea typeface="Arial"/>
              <a:cs typeface="Arial"/>
              <a:sym typeface="Arial"/>
            </a:endParaRPr>
          </a:p>
        </p:txBody>
      </p:sp>
      <p:sp>
        <p:nvSpPr>
          <p:cNvPr id="86" name="Google Shape;86;p32"/>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400" u="none">
                <a:solidFill>
                  <a:schemeClr val="dk2"/>
                </a:solidFill>
                <a:latin typeface="Twentieth Century"/>
                <a:ea typeface="Twentieth Century"/>
                <a:cs typeface="Twentieth Century"/>
                <a:sym typeface="Twentieth Century"/>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8"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4" name="Shape 94"/>
        <p:cNvGrpSpPr/>
        <p:nvPr/>
      </p:nvGrpSpPr>
      <p:grpSpPr>
        <a:xfrm>
          <a:off x="0" y="0"/>
          <a:ext cx="0" cy="0"/>
          <a:chOff x="0" y="0"/>
          <a:chExt cx="0" cy="0"/>
        </a:xfrm>
      </p:grpSpPr>
      <p:sp>
        <p:nvSpPr>
          <p:cNvPr id="95" name="Google Shape;95;p34"/>
          <p:cNvSpPr txBox="1"/>
          <p:nvPr/>
        </p:nvSpPr>
        <p:spPr>
          <a:xfrm>
            <a:off x="0" y="1235075"/>
            <a:ext cx="9144000" cy="3190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6" name="Google Shape;96;p34"/>
          <p:cNvSpPr txBox="1"/>
          <p:nvPr/>
        </p:nvSpPr>
        <p:spPr>
          <a:xfrm>
            <a:off x="0" y="1279525"/>
            <a:ext cx="533400" cy="228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7" name="Google Shape;97;p34"/>
          <p:cNvSpPr txBox="1"/>
          <p:nvPr/>
        </p:nvSpPr>
        <p:spPr>
          <a:xfrm>
            <a:off x="590550" y="1279525"/>
            <a:ext cx="8553450" cy="228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8" name="Google Shape;98;p34"/>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9pPr>
          </a:lstStyle>
          <a:p/>
        </p:txBody>
      </p:sp>
      <p:sp>
        <p:nvSpPr>
          <p:cNvPr id="99" name="Google Shape;99;p34"/>
          <p:cNvSpPr txBox="1"/>
          <p:nvPr>
            <p:ph idx="1" type="body"/>
          </p:nvPr>
        </p:nvSpPr>
        <p:spPr>
          <a:xfrm>
            <a:off x="612775" y="1600200"/>
            <a:ext cx="8153400" cy="4525962"/>
          </a:xfrm>
          <a:prstGeom prst="rect">
            <a:avLst/>
          </a:prstGeom>
          <a:noFill/>
          <a:ln>
            <a:noFill/>
          </a:ln>
        </p:spPr>
        <p:txBody>
          <a:bodyPr anchorCtr="0" anchor="t" bIns="45700" lIns="91425" spcFirstLastPara="1" rIns="91425" wrap="square" tIns="45700">
            <a:noAutofit/>
          </a:bodyPr>
          <a:lstStyle>
            <a:lvl1pPr indent="-339090" lvl="0" marL="457200" marR="0" rtl="0" algn="l">
              <a:spcBef>
                <a:spcPts val="700"/>
              </a:spcBef>
              <a:spcAft>
                <a:spcPts val="0"/>
              </a:spcAft>
              <a:buClr>
                <a:schemeClr val="accent2"/>
              </a:buClr>
              <a:buSzPts val="1740"/>
              <a:buFont typeface="Noto Sans Symbols"/>
              <a:buChar char="◻"/>
              <a:defRPr b="0" i="0" sz="2900" u="none" cap="none" strike="noStrike">
                <a:solidFill>
                  <a:schemeClr val="dk1"/>
                </a:solidFill>
                <a:latin typeface="Twentieth Century"/>
                <a:ea typeface="Twentieth Century"/>
                <a:cs typeface="Twentieth Century"/>
                <a:sym typeface="Twentieth Century"/>
              </a:defRPr>
            </a:lvl1pPr>
            <a:lvl2pPr indent="-344169" lvl="1" marL="914400" marR="0" rtl="0" algn="l">
              <a:spcBef>
                <a:spcPts val="550"/>
              </a:spcBef>
              <a:spcAft>
                <a:spcPts val="0"/>
              </a:spcAft>
              <a:buClr>
                <a:schemeClr val="accent1"/>
              </a:buClr>
              <a:buSzPts val="1820"/>
              <a:buFont typeface="Noto Sans Symbols"/>
              <a:buChar char="🞑"/>
              <a:defRPr b="0" i="0" sz="2600" u="none" cap="none" strike="noStrike">
                <a:solidFill>
                  <a:schemeClr val="dk1"/>
                </a:solidFill>
                <a:latin typeface="Twentieth Century"/>
                <a:ea typeface="Twentieth Century"/>
                <a:cs typeface="Twentieth Century"/>
                <a:sym typeface="Twentieth Century"/>
              </a:defRPr>
            </a:lvl2pPr>
            <a:lvl3pPr indent="-338137" lvl="2" marL="1371600" marR="0" rtl="0" algn="l">
              <a:spcBef>
                <a:spcPts val="500"/>
              </a:spcBef>
              <a:spcAft>
                <a:spcPts val="0"/>
              </a:spcAft>
              <a:buClr>
                <a:schemeClr val="accent2"/>
              </a:buClr>
              <a:buSzPts val="1725"/>
              <a:buFont typeface="Noto Sans Symbols"/>
              <a:buChar char="■"/>
              <a:defRPr b="0" i="0" sz="2300" u="none" cap="none" strike="noStrike">
                <a:solidFill>
                  <a:schemeClr val="dk1"/>
                </a:solidFill>
                <a:latin typeface="Twentieth Century"/>
                <a:ea typeface="Twentieth Century"/>
                <a:cs typeface="Twentieth Century"/>
                <a:sym typeface="Twentieth Century"/>
              </a:defRPr>
            </a:lvl3pPr>
            <a:lvl4pPr indent="-323850" lvl="3" marL="1828800" marR="0" rtl="0" algn="l">
              <a:spcBef>
                <a:spcPts val="400"/>
              </a:spcBef>
              <a:spcAft>
                <a:spcPts val="0"/>
              </a:spcAft>
              <a:buClr>
                <a:srgbClr val="EB641B"/>
              </a:buClr>
              <a:buSzPts val="1500"/>
              <a:buFont typeface="Noto Sans Symbols"/>
              <a:buChar char="■"/>
              <a:defRPr b="0" i="0" sz="2000" u="none" cap="none" strike="noStrike">
                <a:solidFill>
                  <a:schemeClr val="dk1"/>
                </a:solidFill>
                <a:latin typeface="Twentieth Century"/>
                <a:ea typeface="Twentieth Century"/>
                <a:cs typeface="Twentieth Century"/>
                <a:sym typeface="Twentieth Century"/>
              </a:defRPr>
            </a:lvl4pPr>
            <a:lvl5pPr indent="-311150" lvl="4" marL="2286000" marR="0" rtl="0" algn="l">
              <a:spcBef>
                <a:spcPts val="400"/>
              </a:spcBef>
              <a:spcAft>
                <a:spcPts val="0"/>
              </a:spcAft>
              <a:buClr>
                <a:srgbClr val="39639D"/>
              </a:buClr>
              <a:buSzPts val="1300"/>
              <a:buFont typeface="Noto Sans Symbols"/>
              <a:buChar char="■"/>
              <a:defRPr b="0" i="0" sz="2000" u="none" cap="none" strike="noStrike">
                <a:solidFill>
                  <a:schemeClr val="dk1"/>
                </a:solidFill>
                <a:latin typeface="Twentieth Century"/>
                <a:ea typeface="Twentieth Century"/>
                <a:cs typeface="Twentieth Century"/>
                <a:sym typeface="Twentieth Century"/>
              </a:defRPr>
            </a:lvl5pPr>
            <a:lvl6pPr indent="-342900" lvl="5" marL="27432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6pPr>
            <a:lvl7pPr indent="-342900" lvl="6" marL="32004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7pPr>
            <a:lvl8pPr indent="-342900" lvl="7" marL="36576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8pPr>
            <a:lvl9pPr indent="-342900" lvl="8" marL="4114800" marR="0" rtl="0" algn="l">
              <a:spcBef>
                <a:spcPts val="360"/>
              </a:spcBef>
              <a:spcAft>
                <a:spcPts val="0"/>
              </a:spcAft>
              <a:buClr>
                <a:schemeClr val="accent4"/>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9pPr>
          </a:lstStyle>
          <a:p/>
        </p:txBody>
      </p:sp>
      <p:sp>
        <p:nvSpPr>
          <p:cNvPr id="100" name="Google Shape;100;p34"/>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400" u="none">
                <a:solidFill>
                  <a:schemeClr val="dk2"/>
                </a:solidFill>
                <a:latin typeface="Twentieth Century"/>
                <a:ea typeface="Twentieth Century"/>
                <a:cs typeface="Twentieth Century"/>
                <a:sym typeface="Twentieth Century"/>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1" name="Google Shape;101;p34"/>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rmAutofit/>
          </a:bodyPr>
          <a:lstStyle>
            <a:lvl1pPr indent="0" lvl="0"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1pPr>
            <a:lvl2pPr indent="0" lvl="1"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2pPr>
            <a:lvl3pPr indent="0" lvl="2"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3pPr>
            <a:lvl4pPr indent="0" lvl="3"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4pPr>
            <a:lvl5pPr indent="0" lvl="4"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5pPr>
            <a:lvl6pPr indent="0" lvl="5"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6pPr>
            <a:lvl7pPr indent="0" lvl="6"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7pPr>
            <a:lvl8pPr indent="0" lvl="7"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8pPr>
            <a:lvl9pPr indent="0" lvl="8"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b="0">
              <a:solidFill>
                <a:srgbClr val="000000"/>
              </a:solidFill>
              <a:latin typeface="Arial"/>
              <a:ea typeface="Arial"/>
              <a:cs typeface="Arial"/>
              <a:sym typeface="Arial"/>
            </a:endParaRPr>
          </a:p>
        </p:txBody>
      </p:sp>
      <p:sp>
        <p:nvSpPr>
          <p:cNvPr id="102" name="Google Shape;102;p34"/>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400" u="none">
                <a:solidFill>
                  <a:schemeClr val="dk2"/>
                </a:solidFill>
                <a:latin typeface="Twentieth Century"/>
                <a:ea typeface="Twentieth Century"/>
                <a:cs typeface="Twentieth Century"/>
                <a:sym typeface="Twentieth Century"/>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60"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2" name="Shape 112"/>
        <p:cNvGrpSpPr/>
        <p:nvPr/>
      </p:nvGrpSpPr>
      <p:grpSpPr>
        <a:xfrm>
          <a:off x="0" y="0"/>
          <a:ext cx="0" cy="0"/>
          <a:chOff x="0" y="0"/>
          <a:chExt cx="0" cy="0"/>
        </a:xfrm>
      </p:grpSpPr>
      <p:sp>
        <p:nvSpPr>
          <p:cNvPr id="113" name="Google Shape;113;p36"/>
          <p:cNvSpPr txBox="1"/>
          <p:nvPr/>
        </p:nvSpPr>
        <p:spPr>
          <a:xfrm>
            <a:off x="0" y="1235075"/>
            <a:ext cx="9144000" cy="3190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4" name="Google Shape;114;p36"/>
          <p:cNvSpPr txBox="1"/>
          <p:nvPr/>
        </p:nvSpPr>
        <p:spPr>
          <a:xfrm>
            <a:off x="0" y="1279525"/>
            <a:ext cx="533400" cy="228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5" name="Google Shape;115;p36"/>
          <p:cNvSpPr txBox="1"/>
          <p:nvPr/>
        </p:nvSpPr>
        <p:spPr>
          <a:xfrm>
            <a:off x="590550" y="1279525"/>
            <a:ext cx="8553450" cy="228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6" name="Google Shape;116;p36"/>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9pPr>
          </a:lstStyle>
          <a:p/>
        </p:txBody>
      </p:sp>
      <p:sp>
        <p:nvSpPr>
          <p:cNvPr id="117" name="Google Shape;117;p36"/>
          <p:cNvSpPr txBox="1"/>
          <p:nvPr>
            <p:ph idx="1" type="body"/>
          </p:nvPr>
        </p:nvSpPr>
        <p:spPr>
          <a:xfrm>
            <a:off x="612775" y="1600200"/>
            <a:ext cx="8153400" cy="4525962"/>
          </a:xfrm>
          <a:prstGeom prst="rect">
            <a:avLst/>
          </a:prstGeom>
          <a:noFill/>
          <a:ln>
            <a:noFill/>
          </a:ln>
        </p:spPr>
        <p:txBody>
          <a:bodyPr anchorCtr="0" anchor="t" bIns="45700" lIns="91425" spcFirstLastPara="1" rIns="91425" wrap="square" tIns="45700">
            <a:noAutofit/>
          </a:bodyPr>
          <a:lstStyle>
            <a:lvl1pPr indent="-339090" lvl="0" marL="457200" marR="0" rtl="0" algn="l">
              <a:spcBef>
                <a:spcPts val="700"/>
              </a:spcBef>
              <a:spcAft>
                <a:spcPts val="0"/>
              </a:spcAft>
              <a:buClr>
                <a:schemeClr val="accent2"/>
              </a:buClr>
              <a:buSzPts val="1740"/>
              <a:buFont typeface="Noto Sans Symbols"/>
              <a:buChar char="◻"/>
              <a:defRPr b="0" i="0" sz="2900" u="none" cap="none" strike="noStrike">
                <a:solidFill>
                  <a:schemeClr val="dk1"/>
                </a:solidFill>
                <a:latin typeface="Twentieth Century"/>
                <a:ea typeface="Twentieth Century"/>
                <a:cs typeface="Twentieth Century"/>
                <a:sym typeface="Twentieth Century"/>
              </a:defRPr>
            </a:lvl1pPr>
            <a:lvl2pPr indent="-344169" lvl="1" marL="914400" marR="0" rtl="0" algn="l">
              <a:spcBef>
                <a:spcPts val="550"/>
              </a:spcBef>
              <a:spcAft>
                <a:spcPts val="0"/>
              </a:spcAft>
              <a:buClr>
                <a:schemeClr val="accent1"/>
              </a:buClr>
              <a:buSzPts val="1820"/>
              <a:buFont typeface="Noto Sans Symbols"/>
              <a:buChar char="🞑"/>
              <a:defRPr b="0" i="0" sz="2600" u="none" cap="none" strike="noStrike">
                <a:solidFill>
                  <a:schemeClr val="dk1"/>
                </a:solidFill>
                <a:latin typeface="Twentieth Century"/>
                <a:ea typeface="Twentieth Century"/>
                <a:cs typeface="Twentieth Century"/>
                <a:sym typeface="Twentieth Century"/>
              </a:defRPr>
            </a:lvl2pPr>
            <a:lvl3pPr indent="-338137" lvl="2" marL="1371600" marR="0" rtl="0" algn="l">
              <a:spcBef>
                <a:spcPts val="500"/>
              </a:spcBef>
              <a:spcAft>
                <a:spcPts val="0"/>
              </a:spcAft>
              <a:buClr>
                <a:schemeClr val="accent2"/>
              </a:buClr>
              <a:buSzPts val="1725"/>
              <a:buFont typeface="Noto Sans Symbols"/>
              <a:buChar char="■"/>
              <a:defRPr b="0" i="0" sz="2300" u="none" cap="none" strike="noStrike">
                <a:solidFill>
                  <a:schemeClr val="dk1"/>
                </a:solidFill>
                <a:latin typeface="Twentieth Century"/>
                <a:ea typeface="Twentieth Century"/>
                <a:cs typeface="Twentieth Century"/>
                <a:sym typeface="Twentieth Century"/>
              </a:defRPr>
            </a:lvl3pPr>
            <a:lvl4pPr indent="-323850" lvl="3" marL="1828800" marR="0" rtl="0" algn="l">
              <a:spcBef>
                <a:spcPts val="400"/>
              </a:spcBef>
              <a:spcAft>
                <a:spcPts val="0"/>
              </a:spcAft>
              <a:buClr>
                <a:srgbClr val="EB641B"/>
              </a:buClr>
              <a:buSzPts val="1500"/>
              <a:buFont typeface="Noto Sans Symbols"/>
              <a:buChar char="■"/>
              <a:defRPr b="0" i="0" sz="2000" u="none" cap="none" strike="noStrike">
                <a:solidFill>
                  <a:schemeClr val="dk1"/>
                </a:solidFill>
                <a:latin typeface="Twentieth Century"/>
                <a:ea typeface="Twentieth Century"/>
                <a:cs typeface="Twentieth Century"/>
                <a:sym typeface="Twentieth Century"/>
              </a:defRPr>
            </a:lvl4pPr>
            <a:lvl5pPr indent="-311150" lvl="4" marL="2286000" marR="0" rtl="0" algn="l">
              <a:spcBef>
                <a:spcPts val="400"/>
              </a:spcBef>
              <a:spcAft>
                <a:spcPts val="0"/>
              </a:spcAft>
              <a:buClr>
                <a:srgbClr val="39639D"/>
              </a:buClr>
              <a:buSzPts val="1300"/>
              <a:buFont typeface="Noto Sans Symbols"/>
              <a:buChar char="■"/>
              <a:defRPr b="0" i="0" sz="2000" u="none" cap="none" strike="noStrike">
                <a:solidFill>
                  <a:schemeClr val="dk1"/>
                </a:solidFill>
                <a:latin typeface="Twentieth Century"/>
                <a:ea typeface="Twentieth Century"/>
                <a:cs typeface="Twentieth Century"/>
                <a:sym typeface="Twentieth Century"/>
              </a:defRPr>
            </a:lvl5pPr>
            <a:lvl6pPr indent="-342900" lvl="5" marL="27432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6pPr>
            <a:lvl7pPr indent="-342900" lvl="6" marL="32004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7pPr>
            <a:lvl8pPr indent="-342900" lvl="7" marL="36576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8pPr>
            <a:lvl9pPr indent="-342900" lvl="8" marL="4114800" marR="0" rtl="0" algn="l">
              <a:spcBef>
                <a:spcPts val="360"/>
              </a:spcBef>
              <a:spcAft>
                <a:spcPts val="0"/>
              </a:spcAft>
              <a:buClr>
                <a:schemeClr val="accent4"/>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9pPr>
          </a:lstStyle>
          <a:p/>
        </p:txBody>
      </p:sp>
      <p:sp>
        <p:nvSpPr>
          <p:cNvPr id="118" name="Google Shape;118;p36"/>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400" u="none">
                <a:solidFill>
                  <a:schemeClr val="dk2"/>
                </a:solidFill>
                <a:latin typeface="Twentieth Century"/>
                <a:ea typeface="Twentieth Century"/>
                <a:cs typeface="Twentieth Century"/>
                <a:sym typeface="Twentieth Century"/>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19" name="Google Shape;119;p36"/>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400" u="none">
                <a:solidFill>
                  <a:schemeClr val="dk2"/>
                </a:solidFill>
                <a:latin typeface="Twentieth Century"/>
                <a:ea typeface="Twentieth Century"/>
                <a:cs typeface="Twentieth Century"/>
                <a:sym typeface="Twentieth Century"/>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20" name="Google Shape;120;p36"/>
          <p:cNvSpPr txBox="1"/>
          <p:nvPr>
            <p:ph idx="12" type="sldNum"/>
          </p:nvPr>
        </p:nvSpPr>
        <p:spPr>
          <a:xfrm>
            <a:off x="0" y="6248400"/>
            <a:ext cx="533400" cy="381000"/>
          </a:xfrm>
          <a:prstGeom prst="rect">
            <a:avLst/>
          </a:prstGeom>
          <a:noFill/>
          <a:ln>
            <a:noFill/>
          </a:ln>
        </p:spPr>
        <p:txBody>
          <a:bodyPr anchorCtr="0" anchor="ctr" bIns="45700" lIns="91425" spcFirstLastPara="1" rIns="91425" wrap="square" tIns="45700">
            <a:normAutofit/>
          </a:bodyPr>
          <a:lstStyle>
            <a:lvl1pPr indent="0" lvl="0" marL="0" marR="0" rtl="0" algn="ctr">
              <a:lnSpc>
                <a:spcPct val="100000"/>
              </a:lnSpc>
              <a:spcBef>
                <a:spcPts val="0"/>
              </a:spcBef>
              <a:spcAft>
                <a:spcPts val="0"/>
              </a:spcAft>
              <a:buClr>
                <a:schemeClr val="dk2"/>
              </a:buClr>
              <a:buSzPts val="1400"/>
              <a:buFont typeface="Twentieth Century"/>
              <a:buNone/>
              <a:defRPr b="1" i="0" sz="1400" u="none">
                <a:solidFill>
                  <a:schemeClr val="dk2"/>
                </a:solidFill>
                <a:latin typeface="Twentieth Century"/>
                <a:ea typeface="Twentieth Century"/>
                <a:cs typeface="Twentieth Century"/>
                <a:sym typeface="Twentieth Century"/>
              </a:defRPr>
            </a:lvl1pPr>
            <a:lvl2pPr indent="0" lvl="1" marL="0" marR="0" rtl="0" algn="ctr">
              <a:lnSpc>
                <a:spcPct val="100000"/>
              </a:lnSpc>
              <a:spcBef>
                <a:spcPts val="0"/>
              </a:spcBef>
              <a:spcAft>
                <a:spcPts val="0"/>
              </a:spcAft>
              <a:buClr>
                <a:schemeClr val="dk2"/>
              </a:buClr>
              <a:buSzPts val="1400"/>
              <a:buFont typeface="Twentieth Century"/>
              <a:buNone/>
              <a:defRPr b="1" i="0" sz="1400" u="none">
                <a:solidFill>
                  <a:schemeClr val="dk2"/>
                </a:solidFill>
                <a:latin typeface="Twentieth Century"/>
                <a:ea typeface="Twentieth Century"/>
                <a:cs typeface="Twentieth Century"/>
                <a:sym typeface="Twentieth Century"/>
              </a:defRPr>
            </a:lvl2pPr>
            <a:lvl3pPr indent="0" lvl="2" marL="0" marR="0" rtl="0" algn="ctr">
              <a:lnSpc>
                <a:spcPct val="100000"/>
              </a:lnSpc>
              <a:spcBef>
                <a:spcPts val="0"/>
              </a:spcBef>
              <a:spcAft>
                <a:spcPts val="0"/>
              </a:spcAft>
              <a:buClr>
                <a:schemeClr val="dk2"/>
              </a:buClr>
              <a:buSzPts val="1400"/>
              <a:buFont typeface="Twentieth Century"/>
              <a:buNone/>
              <a:defRPr b="1" i="0" sz="1400" u="none">
                <a:solidFill>
                  <a:schemeClr val="dk2"/>
                </a:solidFill>
                <a:latin typeface="Twentieth Century"/>
                <a:ea typeface="Twentieth Century"/>
                <a:cs typeface="Twentieth Century"/>
                <a:sym typeface="Twentieth Century"/>
              </a:defRPr>
            </a:lvl3pPr>
            <a:lvl4pPr indent="0" lvl="3" marL="0" marR="0" rtl="0" algn="ctr">
              <a:lnSpc>
                <a:spcPct val="100000"/>
              </a:lnSpc>
              <a:spcBef>
                <a:spcPts val="0"/>
              </a:spcBef>
              <a:spcAft>
                <a:spcPts val="0"/>
              </a:spcAft>
              <a:buClr>
                <a:schemeClr val="dk2"/>
              </a:buClr>
              <a:buSzPts val="1400"/>
              <a:buFont typeface="Twentieth Century"/>
              <a:buNone/>
              <a:defRPr b="1" i="0" sz="1400" u="none">
                <a:solidFill>
                  <a:schemeClr val="dk2"/>
                </a:solidFill>
                <a:latin typeface="Twentieth Century"/>
                <a:ea typeface="Twentieth Century"/>
                <a:cs typeface="Twentieth Century"/>
                <a:sym typeface="Twentieth Century"/>
              </a:defRPr>
            </a:lvl4pPr>
            <a:lvl5pPr indent="0" lvl="4" marL="0" marR="0" rtl="0" algn="ctr">
              <a:lnSpc>
                <a:spcPct val="100000"/>
              </a:lnSpc>
              <a:spcBef>
                <a:spcPts val="0"/>
              </a:spcBef>
              <a:spcAft>
                <a:spcPts val="0"/>
              </a:spcAft>
              <a:buClr>
                <a:schemeClr val="dk2"/>
              </a:buClr>
              <a:buSzPts val="1400"/>
              <a:buFont typeface="Twentieth Century"/>
              <a:buNone/>
              <a:defRPr b="1" i="0" sz="1400" u="none">
                <a:solidFill>
                  <a:schemeClr val="dk2"/>
                </a:solidFill>
                <a:latin typeface="Twentieth Century"/>
                <a:ea typeface="Twentieth Century"/>
                <a:cs typeface="Twentieth Century"/>
                <a:sym typeface="Twentieth Century"/>
              </a:defRPr>
            </a:lvl5pPr>
            <a:lvl6pPr indent="0" lvl="5" marL="0" marR="0" rtl="0" algn="ctr">
              <a:lnSpc>
                <a:spcPct val="100000"/>
              </a:lnSpc>
              <a:spcBef>
                <a:spcPts val="0"/>
              </a:spcBef>
              <a:spcAft>
                <a:spcPts val="0"/>
              </a:spcAft>
              <a:buClr>
                <a:schemeClr val="dk2"/>
              </a:buClr>
              <a:buSzPts val="1400"/>
              <a:buFont typeface="Twentieth Century"/>
              <a:buNone/>
              <a:defRPr b="1" i="0" sz="1400" u="none">
                <a:solidFill>
                  <a:schemeClr val="dk2"/>
                </a:solidFill>
                <a:latin typeface="Twentieth Century"/>
                <a:ea typeface="Twentieth Century"/>
                <a:cs typeface="Twentieth Century"/>
                <a:sym typeface="Twentieth Century"/>
              </a:defRPr>
            </a:lvl6pPr>
            <a:lvl7pPr indent="0" lvl="6" marL="0" marR="0" rtl="0" algn="ctr">
              <a:lnSpc>
                <a:spcPct val="100000"/>
              </a:lnSpc>
              <a:spcBef>
                <a:spcPts val="0"/>
              </a:spcBef>
              <a:spcAft>
                <a:spcPts val="0"/>
              </a:spcAft>
              <a:buClr>
                <a:schemeClr val="dk2"/>
              </a:buClr>
              <a:buSzPts val="1400"/>
              <a:buFont typeface="Twentieth Century"/>
              <a:buNone/>
              <a:defRPr b="1" i="0" sz="1400" u="none">
                <a:solidFill>
                  <a:schemeClr val="dk2"/>
                </a:solidFill>
                <a:latin typeface="Twentieth Century"/>
                <a:ea typeface="Twentieth Century"/>
                <a:cs typeface="Twentieth Century"/>
                <a:sym typeface="Twentieth Century"/>
              </a:defRPr>
            </a:lvl7pPr>
            <a:lvl8pPr indent="0" lvl="7" marL="0" marR="0" rtl="0" algn="ctr">
              <a:lnSpc>
                <a:spcPct val="100000"/>
              </a:lnSpc>
              <a:spcBef>
                <a:spcPts val="0"/>
              </a:spcBef>
              <a:spcAft>
                <a:spcPts val="0"/>
              </a:spcAft>
              <a:buClr>
                <a:schemeClr val="dk2"/>
              </a:buClr>
              <a:buSzPts val="1400"/>
              <a:buFont typeface="Twentieth Century"/>
              <a:buNone/>
              <a:defRPr b="1" i="0" sz="1400" u="none">
                <a:solidFill>
                  <a:schemeClr val="dk2"/>
                </a:solidFill>
                <a:latin typeface="Twentieth Century"/>
                <a:ea typeface="Twentieth Century"/>
                <a:cs typeface="Twentieth Century"/>
                <a:sym typeface="Twentieth Century"/>
              </a:defRPr>
            </a:lvl8pPr>
            <a:lvl9pPr indent="0" lvl="8" marL="0" marR="0" rtl="0" algn="ctr">
              <a:lnSpc>
                <a:spcPct val="100000"/>
              </a:lnSpc>
              <a:spcBef>
                <a:spcPts val="0"/>
              </a:spcBef>
              <a:spcAft>
                <a:spcPts val="0"/>
              </a:spcAft>
              <a:buClr>
                <a:schemeClr val="dk2"/>
              </a:buClr>
              <a:buSzPts val="1400"/>
              <a:buFont typeface="Twentieth Century"/>
              <a:buNone/>
              <a:defRPr b="1" i="0" sz="1400" u="none">
                <a:solidFill>
                  <a:schemeClr val="dk2"/>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b="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2"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5" name="Shape 125"/>
        <p:cNvGrpSpPr/>
        <p:nvPr/>
      </p:nvGrpSpPr>
      <p:grpSpPr>
        <a:xfrm>
          <a:off x="0" y="0"/>
          <a:ext cx="0" cy="0"/>
          <a:chOff x="0" y="0"/>
          <a:chExt cx="0" cy="0"/>
        </a:xfrm>
      </p:grpSpPr>
      <p:sp>
        <p:nvSpPr>
          <p:cNvPr id="126" name="Google Shape;126;p38"/>
          <p:cNvSpPr txBox="1"/>
          <p:nvPr/>
        </p:nvSpPr>
        <p:spPr>
          <a:xfrm>
            <a:off x="0" y="1235075"/>
            <a:ext cx="9144000" cy="3190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7" name="Google Shape;127;p38"/>
          <p:cNvSpPr txBox="1"/>
          <p:nvPr/>
        </p:nvSpPr>
        <p:spPr>
          <a:xfrm>
            <a:off x="0" y="1279525"/>
            <a:ext cx="533400" cy="228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8" name="Google Shape;128;p38"/>
          <p:cNvSpPr txBox="1"/>
          <p:nvPr/>
        </p:nvSpPr>
        <p:spPr>
          <a:xfrm>
            <a:off x="590550" y="1279525"/>
            <a:ext cx="8553450" cy="228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9" name="Google Shape;129;p38"/>
          <p:cNvSpPr txBox="1"/>
          <p:nvPr/>
        </p:nvSpPr>
        <p:spPr>
          <a:xfrm>
            <a:off x="-9525" y="4572000"/>
            <a:ext cx="9144000" cy="8874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0" name="Google Shape;130;p38"/>
          <p:cNvSpPr txBox="1"/>
          <p:nvPr/>
        </p:nvSpPr>
        <p:spPr>
          <a:xfrm>
            <a:off x="-9525" y="4664075"/>
            <a:ext cx="1463675" cy="712787"/>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1" name="Google Shape;131;p38"/>
          <p:cNvSpPr txBox="1"/>
          <p:nvPr/>
        </p:nvSpPr>
        <p:spPr>
          <a:xfrm>
            <a:off x="1544637" y="4654550"/>
            <a:ext cx="7599362" cy="712787"/>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2" name="Google Shape;132;p38"/>
          <p:cNvSpPr txBox="1"/>
          <p:nvPr/>
        </p:nvSpPr>
        <p:spPr>
          <a:xfrm>
            <a:off x="1447800" y="0"/>
            <a:ext cx="100012" cy="6867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3" name="Google Shape;133;p38"/>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9pPr>
          </a:lstStyle>
          <a:p/>
        </p:txBody>
      </p:sp>
      <p:sp>
        <p:nvSpPr>
          <p:cNvPr id="134" name="Google Shape;134;p38"/>
          <p:cNvSpPr txBox="1"/>
          <p:nvPr>
            <p:ph idx="1" type="body"/>
          </p:nvPr>
        </p:nvSpPr>
        <p:spPr>
          <a:xfrm>
            <a:off x="612775" y="1600200"/>
            <a:ext cx="8153400" cy="4525962"/>
          </a:xfrm>
          <a:prstGeom prst="rect">
            <a:avLst/>
          </a:prstGeom>
          <a:noFill/>
          <a:ln>
            <a:noFill/>
          </a:ln>
        </p:spPr>
        <p:txBody>
          <a:bodyPr anchorCtr="0" anchor="t" bIns="45700" lIns="91425" spcFirstLastPara="1" rIns="91425" wrap="square" tIns="45700">
            <a:noAutofit/>
          </a:bodyPr>
          <a:lstStyle>
            <a:lvl1pPr indent="-339090" lvl="0" marL="457200" marR="0" rtl="0" algn="l">
              <a:spcBef>
                <a:spcPts val="700"/>
              </a:spcBef>
              <a:spcAft>
                <a:spcPts val="0"/>
              </a:spcAft>
              <a:buClr>
                <a:schemeClr val="accent2"/>
              </a:buClr>
              <a:buSzPts val="1740"/>
              <a:buFont typeface="Noto Sans Symbols"/>
              <a:buChar char="◻"/>
              <a:defRPr b="0" i="0" sz="2900" u="none" cap="none" strike="noStrike">
                <a:solidFill>
                  <a:schemeClr val="dk1"/>
                </a:solidFill>
                <a:latin typeface="Twentieth Century"/>
                <a:ea typeface="Twentieth Century"/>
                <a:cs typeface="Twentieth Century"/>
                <a:sym typeface="Twentieth Century"/>
              </a:defRPr>
            </a:lvl1pPr>
            <a:lvl2pPr indent="-344169" lvl="1" marL="914400" marR="0" rtl="0" algn="l">
              <a:spcBef>
                <a:spcPts val="550"/>
              </a:spcBef>
              <a:spcAft>
                <a:spcPts val="0"/>
              </a:spcAft>
              <a:buClr>
                <a:schemeClr val="accent1"/>
              </a:buClr>
              <a:buSzPts val="1820"/>
              <a:buFont typeface="Noto Sans Symbols"/>
              <a:buChar char="🞑"/>
              <a:defRPr b="0" i="0" sz="2600" u="none" cap="none" strike="noStrike">
                <a:solidFill>
                  <a:schemeClr val="dk1"/>
                </a:solidFill>
                <a:latin typeface="Twentieth Century"/>
                <a:ea typeface="Twentieth Century"/>
                <a:cs typeface="Twentieth Century"/>
                <a:sym typeface="Twentieth Century"/>
              </a:defRPr>
            </a:lvl2pPr>
            <a:lvl3pPr indent="-338137" lvl="2" marL="1371600" marR="0" rtl="0" algn="l">
              <a:spcBef>
                <a:spcPts val="500"/>
              </a:spcBef>
              <a:spcAft>
                <a:spcPts val="0"/>
              </a:spcAft>
              <a:buClr>
                <a:schemeClr val="accent2"/>
              </a:buClr>
              <a:buSzPts val="1725"/>
              <a:buFont typeface="Noto Sans Symbols"/>
              <a:buChar char="■"/>
              <a:defRPr b="0" i="0" sz="2300" u="none" cap="none" strike="noStrike">
                <a:solidFill>
                  <a:schemeClr val="dk1"/>
                </a:solidFill>
                <a:latin typeface="Twentieth Century"/>
                <a:ea typeface="Twentieth Century"/>
                <a:cs typeface="Twentieth Century"/>
                <a:sym typeface="Twentieth Century"/>
              </a:defRPr>
            </a:lvl3pPr>
            <a:lvl4pPr indent="-323850" lvl="3" marL="1828800" marR="0" rtl="0" algn="l">
              <a:spcBef>
                <a:spcPts val="400"/>
              </a:spcBef>
              <a:spcAft>
                <a:spcPts val="0"/>
              </a:spcAft>
              <a:buClr>
                <a:srgbClr val="EB641B"/>
              </a:buClr>
              <a:buSzPts val="1500"/>
              <a:buFont typeface="Noto Sans Symbols"/>
              <a:buChar char="■"/>
              <a:defRPr b="0" i="0" sz="2000" u="none" cap="none" strike="noStrike">
                <a:solidFill>
                  <a:schemeClr val="dk1"/>
                </a:solidFill>
                <a:latin typeface="Twentieth Century"/>
                <a:ea typeface="Twentieth Century"/>
                <a:cs typeface="Twentieth Century"/>
                <a:sym typeface="Twentieth Century"/>
              </a:defRPr>
            </a:lvl4pPr>
            <a:lvl5pPr indent="-311150" lvl="4" marL="2286000" marR="0" rtl="0" algn="l">
              <a:spcBef>
                <a:spcPts val="400"/>
              </a:spcBef>
              <a:spcAft>
                <a:spcPts val="0"/>
              </a:spcAft>
              <a:buClr>
                <a:srgbClr val="39639D"/>
              </a:buClr>
              <a:buSzPts val="1300"/>
              <a:buFont typeface="Noto Sans Symbols"/>
              <a:buChar char="■"/>
              <a:defRPr b="0" i="0" sz="2000" u="none" cap="none" strike="noStrike">
                <a:solidFill>
                  <a:schemeClr val="dk1"/>
                </a:solidFill>
                <a:latin typeface="Twentieth Century"/>
                <a:ea typeface="Twentieth Century"/>
                <a:cs typeface="Twentieth Century"/>
                <a:sym typeface="Twentieth Century"/>
              </a:defRPr>
            </a:lvl5pPr>
            <a:lvl6pPr indent="-342900" lvl="5" marL="27432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6pPr>
            <a:lvl7pPr indent="-342900" lvl="6" marL="32004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7pPr>
            <a:lvl8pPr indent="-342900" lvl="7" marL="36576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8pPr>
            <a:lvl9pPr indent="-342900" lvl="8" marL="4114800" marR="0" rtl="0" algn="l">
              <a:spcBef>
                <a:spcPts val="360"/>
              </a:spcBef>
              <a:spcAft>
                <a:spcPts val="0"/>
              </a:spcAft>
              <a:buClr>
                <a:schemeClr val="accent4"/>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9pPr>
          </a:lstStyle>
          <a:p/>
        </p:txBody>
      </p:sp>
      <p:sp>
        <p:nvSpPr>
          <p:cNvPr id="135" name="Google Shape;135;p38"/>
          <p:cNvSpPr txBox="1"/>
          <p:nvPr>
            <p:ph idx="10" type="dt"/>
          </p:nvPr>
        </p:nvSpPr>
        <p:spPr>
          <a:xfrm>
            <a:off x="6248400" y="6248400"/>
            <a:ext cx="26670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400" u="none">
                <a:solidFill>
                  <a:schemeClr val="dk2"/>
                </a:solidFill>
                <a:latin typeface="Twentieth Century"/>
                <a:ea typeface="Twentieth Century"/>
                <a:cs typeface="Twentieth Century"/>
                <a:sym typeface="Twentieth Century"/>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6" name="Google Shape;136;p38"/>
          <p:cNvSpPr txBox="1"/>
          <p:nvPr>
            <p:ph idx="12" type="sldNum"/>
          </p:nvPr>
        </p:nvSpPr>
        <p:spPr>
          <a:xfrm>
            <a:off x="0" y="4667250"/>
            <a:ext cx="1447800" cy="663575"/>
          </a:xfrm>
          <a:prstGeom prst="rect">
            <a:avLst/>
          </a:prstGeom>
          <a:noFill/>
          <a:ln>
            <a:noFill/>
          </a:ln>
        </p:spPr>
        <p:txBody>
          <a:bodyPr anchorCtr="0" anchor="ctr" bIns="45700" lIns="91425" spcFirstLastPara="1" rIns="91425" wrap="square" tIns="45700">
            <a:normAutofit/>
          </a:bodyPr>
          <a:lstStyle>
            <a:lvl1pPr indent="0" lvl="0" marL="0" marR="0" rtl="0" algn="ctr">
              <a:lnSpc>
                <a:spcPct val="100000"/>
              </a:lnSpc>
              <a:spcBef>
                <a:spcPts val="0"/>
              </a:spcBef>
              <a:spcAft>
                <a:spcPts val="0"/>
              </a:spcAft>
              <a:buClr>
                <a:srgbClr val="FFFFFF"/>
              </a:buClr>
              <a:buSzPts val="2800"/>
              <a:buFont typeface="Twentieth Century"/>
              <a:buNone/>
              <a:defRPr b="1" i="0" sz="2800" u="none">
                <a:solidFill>
                  <a:srgbClr val="FFFFFF"/>
                </a:solidFill>
                <a:latin typeface="Twentieth Century"/>
                <a:ea typeface="Twentieth Century"/>
                <a:cs typeface="Twentieth Century"/>
                <a:sym typeface="Twentieth Century"/>
              </a:defRPr>
            </a:lvl1pPr>
            <a:lvl2pPr indent="0" lvl="1" marL="0" marR="0" rtl="0" algn="ctr">
              <a:lnSpc>
                <a:spcPct val="100000"/>
              </a:lnSpc>
              <a:spcBef>
                <a:spcPts val="0"/>
              </a:spcBef>
              <a:spcAft>
                <a:spcPts val="0"/>
              </a:spcAft>
              <a:buClr>
                <a:srgbClr val="FFFFFF"/>
              </a:buClr>
              <a:buSzPts val="2800"/>
              <a:buFont typeface="Twentieth Century"/>
              <a:buNone/>
              <a:defRPr b="1" i="0" sz="2800" u="none">
                <a:solidFill>
                  <a:srgbClr val="FFFFFF"/>
                </a:solidFill>
                <a:latin typeface="Twentieth Century"/>
                <a:ea typeface="Twentieth Century"/>
                <a:cs typeface="Twentieth Century"/>
                <a:sym typeface="Twentieth Century"/>
              </a:defRPr>
            </a:lvl2pPr>
            <a:lvl3pPr indent="0" lvl="2" marL="0" marR="0" rtl="0" algn="ctr">
              <a:lnSpc>
                <a:spcPct val="100000"/>
              </a:lnSpc>
              <a:spcBef>
                <a:spcPts val="0"/>
              </a:spcBef>
              <a:spcAft>
                <a:spcPts val="0"/>
              </a:spcAft>
              <a:buClr>
                <a:srgbClr val="FFFFFF"/>
              </a:buClr>
              <a:buSzPts val="2800"/>
              <a:buFont typeface="Twentieth Century"/>
              <a:buNone/>
              <a:defRPr b="1" i="0" sz="2800" u="none">
                <a:solidFill>
                  <a:srgbClr val="FFFFFF"/>
                </a:solidFill>
                <a:latin typeface="Twentieth Century"/>
                <a:ea typeface="Twentieth Century"/>
                <a:cs typeface="Twentieth Century"/>
                <a:sym typeface="Twentieth Century"/>
              </a:defRPr>
            </a:lvl3pPr>
            <a:lvl4pPr indent="0" lvl="3" marL="0" marR="0" rtl="0" algn="ctr">
              <a:lnSpc>
                <a:spcPct val="100000"/>
              </a:lnSpc>
              <a:spcBef>
                <a:spcPts val="0"/>
              </a:spcBef>
              <a:spcAft>
                <a:spcPts val="0"/>
              </a:spcAft>
              <a:buClr>
                <a:srgbClr val="FFFFFF"/>
              </a:buClr>
              <a:buSzPts val="2800"/>
              <a:buFont typeface="Twentieth Century"/>
              <a:buNone/>
              <a:defRPr b="1" i="0" sz="2800" u="none">
                <a:solidFill>
                  <a:srgbClr val="FFFFFF"/>
                </a:solidFill>
                <a:latin typeface="Twentieth Century"/>
                <a:ea typeface="Twentieth Century"/>
                <a:cs typeface="Twentieth Century"/>
                <a:sym typeface="Twentieth Century"/>
              </a:defRPr>
            </a:lvl4pPr>
            <a:lvl5pPr indent="0" lvl="4" marL="0" marR="0" rtl="0" algn="ctr">
              <a:lnSpc>
                <a:spcPct val="100000"/>
              </a:lnSpc>
              <a:spcBef>
                <a:spcPts val="0"/>
              </a:spcBef>
              <a:spcAft>
                <a:spcPts val="0"/>
              </a:spcAft>
              <a:buClr>
                <a:srgbClr val="FFFFFF"/>
              </a:buClr>
              <a:buSzPts val="2800"/>
              <a:buFont typeface="Twentieth Century"/>
              <a:buNone/>
              <a:defRPr b="1" i="0" sz="2800" u="none">
                <a:solidFill>
                  <a:srgbClr val="FFFFFF"/>
                </a:solidFill>
                <a:latin typeface="Twentieth Century"/>
                <a:ea typeface="Twentieth Century"/>
                <a:cs typeface="Twentieth Century"/>
                <a:sym typeface="Twentieth Century"/>
              </a:defRPr>
            </a:lvl5pPr>
            <a:lvl6pPr indent="0" lvl="5" marL="0" marR="0" rtl="0" algn="ctr">
              <a:lnSpc>
                <a:spcPct val="100000"/>
              </a:lnSpc>
              <a:spcBef>
                <a:spcPts val="0"/>
              </a:spcBef>
              <a:spcAft>
                <a:spcPts val="0"/>
              </a:spcAft>
              <a:buClr>
                <a:srgbClr val="FFFFFF"/>
              </a:buClr>
              <a:buSzPts val="2800"/>
              <a:buFont typeface="Twentieth Century"/>
              <a:buNone/>
              <a:defRPr b="1" i="0" sz="2800" u="none">
                <a:solidFill>
                  <a:srgbClr val="FFFFFF"/>
                </a:solidFill>
                <a:latin typeface="Twentieth Century"/>
                <a:ea typeface="Twentieth Century"/>
                <a:cs typeface="Twentieth Century"/>
                <a:sym typeface="Twentieth Century"/>
              </a:defRPr>
            </a:lvl6pPr>
            <a:lvl7pPr indent="0" lvl="6" marL="0" marR="0" rtl="0" algn="ctr">
              <a:lnSpc>
                <a:spcPct val="100000"/>
              </a:lnSpc>
              <a:spcBef>
                <a:spcPts val="0"/>
              </a:spcBef>
              <a:spcAft>
                <a:spcPts val="0"/>
              </a:spcAft>
              <a:buClr>
                <a:srgbClr val="FFFFFF"/>
              </a:buClr>
              <a:buSzPts val="2800"/>
              <a:buFont typeface="Twentieth Century"/>
              <a:buNone/>
              <a:defRPr b="1" i="0" sz="2800" u="none">
                <a:solidFill>
                  <a:srgbClr val="FFFFFF"/>
                </a:solidFill>
                <a:latin typeface="Twentieth Century"/>
                <a:ea typeface="Twentieth Century"/>
                <a:cs typeface="Twentieth Century"/>
                <a:sym typeface="Twentieth Century"/>
              </a:defRPr>
            </a:lvl7pPr>
            <a:lvl8pPr indent="0" lvl="7" marL="0" marR="0" rtl="0" algn="ctr">
              <a:lnSpc>
                <a:spcPct val="100000"/>
              </a:lnSpc>
              <a:spcBef>
                <a:spcPts val="0"/>
              </a:spcBef>
              <a:spcAft>
                <a:spcPts val="0"/>
              </a:spcAft>
              <a:buClr>
                <a:srgbClr val="FFFFFF"/>
              </a:buClr>
              <a:buSzPts val="2800"/>
              <a:buFont typeface="Twentieth Century"/>
              <a:buNone/>
              <a:defRPr b="1" i="0" sz="2800" u="none">
                <a:solidFill>
                  <a:srgbClr val="FFFFFF"/>
                </a:solidFill>
                <a:latin typeface="Twentieth Century"/>
                <a:ea typeface="Twentieth Century"/>
                <a:cs typeface="Twentieth Century"/>
                <a:sym typeface="Twentieth Century"/>
              </a:defRPr>
            </a:lvl8pPr>
            <a:lvl9pPr indent="0" lvl="8" marL="0" marR="0" rtl="0" algn="ctr">
              <a:lnSpc>
                <a:spcPct val="100000"/>
              </a:lnSpc>
              <a:spcBef>
                <a:spcPts val="0"/>
              </a:spcBef>
              <a:spcAft>
                <a:spcPts val="0"/>
              </a:spcAft>
              <a:buClr>
                <a:srgbClr val="FFFFFF"/>
              </a:buClr>
              <a:buSzPts val="2800"/>
              <a:buFont typeface="Twentieth Century"/>
              <a:buNone/>
              <a:defRPr b="1" i="0" sz="2800" u="non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b="0" sz="1400">
              <a:solidFill>
                <a:srgbClr val="000000"/>
              </a:solidFill>
              <a:latin typeface="Arial"/>
              <a:ea typeface="Arial"/>
              <a:cs typeface="Arial"/>
              <a:sym typeface="Arial"/>
            </a:endParaRPr>
          </a:p>
        </p:txBody>
      </p:sp>
      <p:sp>
        <p:nvSpPr>
          <p:cNvPr id="137" name="Google Shape;137;p38"/>
          <p:cNvSpPr txBox="1"/>
          <p:nvPr>
            <p:ph idx="11" type="ftr"/>
          </p:nvPr>
        </p:nvSpPr>
        <p:spPr>
          <a:xfrm>
            <a:off x="1600200" y="6248400"/>
            <a:ext cx="4572000"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400" u="none">
                <a:solidFill>
                  <a:schemeClr val="dk2"/>
                </a:solidFill>
                <a:latin typeface="Twentieth Century"/>
                <a:ea typeface="Twentieth Century"/>
                <a:cs typeface="Twentieth Century"/>
                <a:sym typeface="Twentieth Century"/>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64"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5" name="Shape 145"/>
        <p:cNvGrpSpPr/>
        <p:nvPr/>
      </p:nvGrpSpPr>
      <p:grpSpPr>
        <a:xfrm>
          <a:off x="0" y="0"/>
          <a:ext cx="0" cy="0"/>
          <a:chOff x="0" y="0"/>
          <a:chExt cx="0" cy="0"/>
        </a:xfrm>
      </p:grpSpPr>
      <p:sp>
        <p:nvSpPr>
          <p:cNvPr id="146" name="Google Shape;146;p40"/>
          <p:cNvSpPr txBox="1"/>
          <p:nvPr/>
        </p:nvSpPr>
        <p:spPr>
          <a:xfrm>
            <a:off x="0" y="1235075"/>
            <a:ext cx="9144000" cy="3190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7" name="Google Shape;147;p40"/>
          <p:cNvSpPr txBox="1"/>
          <p:nvPr/>
        </p:nvSpPr>
        <p:spPr>
          <a:xfrm>
            <a:off x="0" y="1279525"/>
            <a:ext cx="533400" cy="228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8" name="Google Shape;148;p40"/>
          <p:cNvSpPr txBox="1"/>
          <p:nvPr/>
        </p:nvSpPr>
        <p:spPr>
          <a:xfrm>
            <a:off x="590550" y="1279525"/>
            <a:ext cx="8553450" cy="228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9" name="Google Shape;149;p40"/>
          <p:cNvSpPr txBox="1"/>
          <p:nvPr/>
        </p:nvSpPr>
        <p:spPr>
          <a:xfrm>
            <a:off x="6096000" y="0"/>
            <a:ext cx="320675"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50" name="Google Shape;150;p40"/>
          <p:cNvSpPr txBox="1"/>
          <p:nvPr/>
        </p:nvSpPr>
        <p:spPr>
          <a:xfrm>
            <a:off x="6142037" y="609600"/>
            <a:ext cx="228600" cy="6248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51" name="Google Shape;151;p40"/>
          <p:cNvSpPr txBox="1"/>
          <p:nvPr/>
        </p:nvSpPr>
        <p:spPr>
          <a:xfrm>
            <a:off x="6142037" y="0"/>
            <a:ext cx="228600" cy="5334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52" name="Google Shape;152;p40"/>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9pPr>
          </a:lstStyle>
          <a:p/>
        </p:txBody>
      </p:sp>
      <p:sp>
        <p:nvSpPr>
          <p:cNvPr id="153" name="Google Shape;153;p40"/>
          <p:cNvSpPr txBox="1"/>
          <p:nvPr>
            <p:ph idx="1" type="body"/>
          </p:nvPr>
        </p:nvSpPr>
        <p:spPr>
          <a:xfrm>
            <a:off x="612775" y="1600200"/>
            <a:ext cx="8153400" cy="4525962"/>
          </a:xfrm>
          <a:prstGeom prst="rect">
            <a:avLst/>
          </a:prstGeom>
          <a:noFill/>
          <a:ln>
            <a:noFill/>
          </a:ln>
        </p:spPr>
        <p:txBody>
          <a:bodyPr anchorCtr="0" anchor="t" bIns="45700" lIns="91425" spcFirstLastPara="1" rIns="91425" wrap="square" tIns="45700">
            <a:noAutofit/>
          </a:bodyPr>
          <a:lstStyle>
            <a:lvl1pPr indent="-339090" lvl="0" marL="457200" marR="0" rtl="0" algn="l">
              <a:spcBef>
                <a:spcPts val="700"/>
              </a:spcBef>
              <a:spcAft>
                <a:spcPts val="0"/>
              </a:spcAft>
              <a:buClr>
                <a:schemeClr val="accent2"/>
              </a:buClr>
              <a:buSzPts val="1740"/>
              <a:buFont typeface="Noto Sans Symbols"/>
              <a:buChar char="◻"/>
              <a:defRPr b="0" i="0" sz="2900" u="none" cap="none" strike="noStrike">
                <a:solidFill>
                  <a:schemeClr val="dk1"/>
                </a:solidFill>
                <a:latin typeface="Twentieth Century"/>
                <a:ea typeface="Twentieth Century"/>
                <a:cs typeface="Twentieth Century"/>
                <a:sym typeface="Twentieth Century"/>
              </a:defRPr>
            </a:lvl1pPr>
            <a:lvl2pPr indent="-344169" lvl="1" marL="914400" marR="0" rtl="0" algn="l">
              <a:spcBef>
                <a:spcPts val="550"/>
              </a:spcBef>
              <a:spcAft>
                <a:spcPts val="0"/>
              </a:spcAft>
              <a:buClr>
                <a:schemeClr val="accent1"/>
              </a:buClr>
              <a:buSzPts val="1820"/>
              <a:buFont typeface="Noto Sans Symbols"/>
              <a:buChar char="🞑"/>
              <a:defRPr b="0" i="0" sz="2600" u="none" cap="none" strike="noStrike">
                <a:solidFill>
                  <a:schemeClr val="dk1"/>
                </a:solidFill>
                <a:latin typeface="Twentieth Century"/>
                <a:ea typeface="Twentieth Century"/>
                <a:cs typeface="Twentieth Century"/>
                <a:sym typeface="Twentieth Century"/>
              </a:defRPr>
            </a:lvl2pPr>
            <a:lvl3pPr indent="-338137" lvl="2" marL="1371600" marR="0" rtl="0" algn="l">
              <a:spcBef>
                <a:spcPts val="500"/>
              </a:spcBef>
              <a:spcAft>
                <a:spcPts val="0"/>
              </a:spcAft>
              <a:buClr>
                <a:schemeClr val="accent2"/>
              </a:buClr>
              <a:buSzPts val="1725"/>
              <a:buFont typeface="Noto Sans Symbols"/>
              <a:buChar char="■"/>
              <a:defRPr b="0" i="0" sz="2300" u="none" cap="none" strike="noStrike">
                <a:solidFill>
                  <a:schemeClr val="dk1"/>
                </a:solidFill>
                <a:latin typeface="Twentieth Century"/>
                <a:ea typeface="Twentieth Century"/>
                <a:cs typeface="Twentieth Century"/>
                <a:sym typeface="Twentieth Century"/>
              </a:defRPr>
            </a:lvl3pPr>
            <a:lvl4pPr indent="-323850" lvl="3" marL="1828800" marR="0" rtl="0" algn="l">
              <a:spcBef>
                <a:spcPts val="400"/>
              </a:spcBef>
              <a:spcAft>
                <a:spcPts val="0"/>
              </a:spcAft>
              <a:buClr>
                <a:srgbClr val="EB641B"/>
              </a:buClr>
              <a:buSzPts val="1500"/>
              <a:buFont typeface="Noto Sans Symbols"/>
              <a:buChar char="■"/>
              <a:defRPr b="0" i="0" sz="2000" u="none" cap="none" strike="noStrike">
                <a:solidFill>
                  <a:schemeClr val="dk1"/>
                </a:solidFill>
                <a:latin typeface="Twentieth Century"/>
                <a:ea typeface="Twentieth Century"/>
                <a:cs typeface="Twentieth Century"/>
                <a:sym typeface="Twentieth Century"/>
              </a:defRPr>
            </a:lvl4pPr>
            <a:lvl5pPr indent="-311150" lvl="4" marL="2286000" marR="0" rtl="0" algn="l">
              <a:spcBef>
                <a:spcPts val="400"/>
              </a:spcBef>
              <a:spcAft>
                <a:spcPts val="0"/>
              </a:spcAft>
              <a:buClr>
                <a:srgbClr val="39639D"/>
              </a:buClr>
              <a:buSzPts val="1300"/>
              <a:buFont typeface="Noto Sans Symbols"/>
              <a:buChar char="■"/>
              <a:defRPr b="0" i="0" sz="2000" u="none" cap="none" strike="noStrike">
                <a:solidFill>
                  <a:schemeClr val="dk1"/>
                </a:solidFill>
                <a:latin typeface="Twentieth Century"/>
                <a:ea typeface="Twentieth Century"/>
                <a:cs typeface="Twentieth Century"/>
                <a:sym typeface="Twentieth Century"/>
              </a:defRPr>
            </a:lvl5pPr>
            <a:lvl6pPr indent="-342900" lvl="5" marL="27432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6pPr>
            <a:lvl7pPr indent="-342900" lvl="6" marL="32004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7pPr>
            <a:lvl8pPr indent="-342900" lvl="7" marL="36576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8pPr>
            <a:lvl9pPr indent="-342900" lvl="8" marL="4114800" marR="0" rtl="0" algn="l">
              <a:spcBef>
                <a:spcPts val="360"/>
              </a:spcBef>
              <a:spcAft>
                <a:spcPts val="0"/>
              </a:spcAft>
              <a:buClr>
                <a:schemeClr val="accent4"/>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9pPr>
          </a:lstStyle>
          <a:p/>
        </p:txBody>
      </p:sp>
      <p:sp>
        <p:nvSpPr>
          <p:cNvPr id="154" name="Google Shape;154;p40"/>
          <p:cNvSpPr txBox="1"/>
          <p:nvPr>
            <p:ph idx="10" type="dt"/>
          </p:nvPr>
        </p:nvSpPr>
        <p:spPr>
          <a:xfrm>
            <a:off x="6553200" y="6248400"/>
            <a:ext cx="2209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400" u="none">
                <a:solidFill>
                  <a:schemeClr val="dk2"/>
                </a:solidFill>
                <a:latin typeface="Twentieth Century"/>
                <a:ea typeface="Twentieth Century"/>
                <a:cs typeface="Twentieth Century"/>
                <a:sym typeface="Twentieth Century"/>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5" name="Google Shape;155;p40"/>
          <p:cNvSpPr txBox="1"/>
          <p:nvPr>
            <p:ph idx="11" type="ftr"/>
          </p:nvPr>
        </p:nvSpPr>
        <p:spPr>
          <a:xfrm>
            <a:off x="457200" y="6248400"/>
            <a:ext cx="5573712"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SzPts val="1400"/>
              <a:buNone/>
              <a:defRPr b="0" i="0" sz="1400" u="none">
                <a:solidFill>
                  <a:schemeClr val="dk2"/>
                </a:solidFill>
                <a:latin typeface="Twentieth Century"/>
                <a:ea typeface="Twentieth Century"/>
                <a:cs typeface="Twentieth Century"/>
                <a:sym typeface="Twentieth Century"/>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6" name="Google Shape;156;p40"/>
          <p:cNvSpPr txBox="1"/>
          <p:nvPr>
            <p:ph idx="12" type="sldNum"/>
          </p:nvPr>
        </p:nvSpPr>
        <p:spPr>
          <a:xfrm rot="5400000">
            <a:off x="5989637" y="144462"/>
            <a:ext cx="533400" cy="244475"/>
          </a:xfrm>
          <a:prstGeom prst="rect">
            <a:avLst/>
          </a:prstGeom>
          <a:noFill/>
          <a:ln>
            <a:noFill/>
          </a:ln>
        </p:spPr>
        <p:txBody>
          <a:bodyPr anchorCtr="0" anchor="ctr" bIns="45700" lIns="91425" spcFirstLastPara="1" rIns="91425" wrap="square" tIns="45700">
            <a:normAutofit/>
          </a:bodyPr>
          <a:lstStyle>
            <a:lvl1pPr indent="0" lvl="0"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1pPr>
            <a:lvl2pPr indent="0" lvl="1"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2pPr>
            <a:lvl3pPr indent="0" lvl="2"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3pPr>
            <a:lvl4pPr indent="0" lvl="3"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4pPr>
            <a:lvl5pPr indent="0" lvl="4"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5pPr>
            <a:lvl6pPr indent="0" lvl="5"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6pPr>
            <a:lvl7pPr indent="0" lvl="6"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7pPr>
            <a:lvl8pPr indent="0" lvl="7"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8pPr>
            <a:lvl9pPr indent="0" lvl="8" marL="0" marR="0" rtl="0" algn="ctr">
              <a:lnSpc>
                <a:spcPct val="100000"/>
              </a:lnSpc>
              <a:spcBef>
                <a:spcPts val="0"/>
              </a:spcBef>
              <a:spcAft>
                <a:spcPts val="0"/>
              </a:spcAft>
              <a:buClr>
                <a:srgbClr val="FFFFFF"/>
              </a:buClr>
              <a:buSzPts val="1400"/>
              <a:buFont typeface="Twentieth Century"/>
              <a:buNone/>
              <a:defRPr b="1" i="0" sz="1400" u="none">
                <a:solidFill>
                  <a:srgbClr val="FFFFFF"/>
                </a:solidFill>
                <a:latin typeface="Twentieth Century"/>
                <a:ea typeface="Twentieth Century"/>
                <a:cs typeface="Twentieth Century"/>
                <a:sym typeface="Twentieth Century"/>
              </a:defRPr>
            </a:lvl9pPr>
          </a:lstStyle>
          <a:p>
            <a:pPr indent="0" lvl="0" marL="0" rtl="0" algn="ctr">
              <a:spcBef>
                <a:spcPts val="0"/>
              </a:spcBef>
              <a:spcAft>
                <a:spcPts val="0"/>
              </a:spcAft>
              <a:buNone/>
            </a:pPr>
            <a:fld id="{00000000-1234-1234-1234-123412341234}" type="slidenum">
              <a:rPr lang="en-US"/>
              <a:t>‹#›</a:t>
            </a:fld>
            <a:endParaRPr b="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6"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7.png"/><Relationship Id="rId4" Type="http://schemas.openxmlformats.org/officeDocument/2006/relationships/image" Target="../media/image2.png"/><Relationship Id="rId5"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9639D"/>
        </a:solidFill>
      </p:bgPr>
    </p:bg>
    <p:spTree>
      <p:nvGrpSpPr>
        <p:cNvPr id="168" name="Shape 168"/>
        <p:cNvGrpSpPr/>
        <p:nvPr/>
      </p:nvGrpSpPr>
      <p:grpSpPr>
        <a:xfrm>
          <a:off x="0" y="0"/>
          <a:ext cx="0" cy="0"/>
          <a:chOff x="0" y="0"/>
          <a:chExt cx="0" cy="0"/>
        </a:xfrm>
      </p:grpSpPr>
      <p:sp>
        <p:nvSpPr>
          <p:cNvPr id="169" name="Google Shape;169;p1"/>
          <p:cNvSpPr txBox="1"/>
          <p:nvPr>
            <p:ph type="ctrTitle"/>
          </p:nvPr>
        </p:nvSpPr>
        <p:spPr>
          <a:xfrm>
            <a:off x="1066800" y="152400"/>
            <a:ext cx="7239000" cy="762000"/>
          </a:xfrm>
          <a:prstGeom prst="rect">
            <a:avLst/>
          </a:prstGeom>
          <a:noFill/>
          <a:ln>
            <a:noFill/>
          </a:ln>
        </p:spPr>
        <p:txBody>
          <a:bodyPr anchorCtr="0" anchor="b" bIns="45700" lIns="91425" spcFirstLastPara="1" rIns="91425" wrap="square" tIns="45700">
            <a:noAutofit/>
          </a:bodyPr>
          <a:lstStyle/>
          <a:p>
            <a:pPr indent="0" lvl="0" marL="0" rtl="0" algn="just">
              <a:lnSpc>
                <a:spcPct val="100000"/>
              </a:lnSpc>
              <a:spcBef>
                <a:spcPts val="0"/>
              </a:spcBef>
              <a:spcAft>
                <a:spcPts val="0"/>
              </a:spcAft>
              <a:buClr>
                <a:schemeClr val="dk1"/>
              </a:buClr>
              <a:buSzPts val="3200"/>
              <a:buFont typeface="Times New Roman"/>
              <a:buNone/>
            </a:pPr>
            <a:r>
              <a:rPr b="1" i="0" lang="en-US" sz="3200" u="none">
                <a:solidFill>
                  <a:schemeClr val="dk1"/>
                </a:solidFill>
                <a:latin typeface="Times New Roman"/>
                <a:ea typeface="Times New Roman"/>
                <a:cs typeface="Times New Roman"/>
                <a:sym typeface="Times New Roman"/>
              </a:rPr>
              <a:t>ICE-5121: ADVANCE MACHINE LEARNING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
          <p:cNvSpPr txBox="1"/>
          <p:nvPr>
            <p:ph type="title"/>
          </p:nvPr>
        </p:nvSpPr>
        <p:spPr>
          <a:xfrm>
            <a:off x="612775" y="228600"/>
            <a:ext cx="81534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Decision Tree</a:t>
            </a:r>
            <a:endParaRPr/>
          </a:p>
        </p:txBody>
      </p:sp>
      <p:sp>
        <p:nvSpPr>
          <p:cNvPr id="177" name="Google Shape;177;p2"/>
          <p:cNvSpPr txBox="1"/>
          <p:nvPr>
            <p:ph idx="1" type="body"/>
          </p:nvPr>
        </p:nvSpPr>
        <p:spPr>
          <a:xfrm>
            <a:off x="612775" y="1600200"/>
            <a:ext cx="8153400" cy="5029200"/>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rgbClr val="00B0F0"/>
              </a:buClr>
              <a:buSzPts val="1680"/>
              <a:buFont typeface="Noto Sans Symbols"/>
              <a:buChar char="❑"/>
            </a:pPr>
            <a:r>
              <a:rPr b="0" i="0" lang="en-US" sz="2800" u="none" cap="none" strike="noStrike">
                <a:solidFill>
                  <a:schemeClr val="dk1"/>
                </a:solidFill>
                <a:latin typeface="Times New Roman"/>
                <a:ea typeface="Times New Roman"/>
                <a:cs typeface="Times New Roman"/>
                <a:sym typeface="Times New Roman"/>
              </a:rPr>
              <a:t>Decision Tree is a Supervised learning technique that can be used for classification problems.</a:t>
            </a:r>
            <a:endParaRPr/>
          </a:p>
          <a:p>
            <a:pPr indent="-212407" lvl="0" marL="319087" marR="0" rtl="0" algn="just">
              <a:lnSpc>
                <a:spcPct val="100000"/>
              </a:lnSpc>
              <a:spcBef>
                <a:spcPts val="700"/>
              </a:spcBef>
              <a:spcAft>
                <a:spcPts val="0"/>
              </a:spcAft>
              <a:buClr>
                <a:srgbClr val="00B0F0"/>
              </a:buClr>
              <a:buSzPts val="1680"/>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p>
            <a:pPr indent="-319087" lvl="0" marL="319087" marR="0" rtl="0" algn="just">
              <a:lnSpc>
                <a:spcPct val="100000"/>
              </a:lnSpc>
              <a:spcBef>
                <a:spcPts val="700"/>
              </a:spcBef>
              <a:spcAft>
                <a:spcPts val="0"/>
              </a:spcAft>
              <a:buClr>
                <a:srgbClr val="00B0F0"/>
              </a:buClr>
              <a:buSzPts val="1680"/>
              <a:buFont typeface="Noto Sans Symbols"/>
              <a:buChar char="❑"/>
            </a:pPr>
            <a:r>
              <a:rPr b="0" i="0" lang="en-US" sz="2800" u="none" cap="none" strike="noStrike">
                <a:solidFill>
                  <a:schemeClr val="dk1"/>
                </a:solidFill>
                <a:latin typeface="Times New Roman"/>
                <a:ea typeface="Times New Roman"/>
                <a:cs typeface="Times New Roman"/>
                <a:sym typeface="Times New Roman"/>
              </a:rPr>
              <a:t>It is called a decision tree because, similar to a tree, it starts with the root node, which expands on further branches and structure like as a tree.</a:t>
            </a:r>
            <a:endParaRPr/>
          </a:p>
          <a:p>
            <a:pPr indent="-212407" lvl="0" marL="319087" marR="0" rtl="0" algn="just">
              <a:lnSpc>
                <a:spcPct val="100000"/>
              </a:lnSpc>
              <a:spcBef>
                <a:spcPts val="700"/>
              </a:spcBef>
              <a:spcAft>
                <a:spcPts val="0"/>
              </a:spcAft>
              <a:buClr>
                <a:srgbClr val="00B0F0"/>
              </a:buClr>
              <a:buSzPts val="1680"/>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p>
            <a:pPr indent="-319087" lvl="0" marL="319087" marR="0" rtl="0" algn="just">
              <a:lnSpc>
                <a:spcPct val="100000"/>
              </a:lnSpc>
              <a:spcBef>
                <a:spcPts val="700"/>
              </a:spcBef>
              <a:spcAft>
                <a:spcPts val="0"/>
              </a:spcAft>
              <a:buClr>
                <a:srgbClr val="00B0F0"/>
              </a:buClr>
              <a:buSzPts val="1680"/>
              <a:buFont typeface="Noto Sans Symbols"/>
              <a:buChar char="❑"/>
            </a:pPr>
            <a:r>
              <a:rPr b="0" i="0" lang="en-US" sz="2800" u="none" cap="none" strike="noStrike">
                <a:solidFill>
                  <a:schemeClr val="dk1"/>
                </a:solidFill>
                <a:latin typeface="Times New Roman"/>
                <a:ea typeface="Times New Roman"/>
                <a:cs typeface="Times New Roman"/>
                <a:sym typeface="Times New Roman"/>
              </a:rPr>
              <a:t>In a Decision tree, there are two nodes, which are the </a:t>
            </a:r>
            <a:r>
              <a:rPr b="1" i="0" lang="en-US" sz="2800" u="none" cap="none" strike="noStrike">
                <a:solidFill>
                  <a:schemeClr val="dk1"/>
                </a:solidFill>
                <a:latin typeface="Times New Roman"/>
                <a:ea typeface="Times New Roman"/>
                <a:cs typeface="Times New Roman"/>
                <a:sym typeface="Times New Roman"/>
              </a:rPr>
              <a:t>Decision Node</a:t>
            </a:r>
            <a:r>
              <a:rPr b="0" i="0" lang="en-US" sz="2800" u="none" cap="none" strike="noStrike">
                <a:solidFill>
                  <a:schemeClr val="dk1"/>
                </a:solidFill>
                <a:latin typeface="Times New Roman"/>
                <a:ea typeface="Times New Roman"/>
                <a:cs typeface="Times New Roman"/>
                <a:sym typeface="Times New Roman"/>
              </a:rPr>
              <a:t> and </a:t>
            </a:r>
            <a:r>
              <a:rPr b="1" i="0" lang="en-US" sz="2800" u="none" cap="none" strike="noStrike">
                <a:solidFill>
                  <a:schemeClr val="dk1"/>
                </a:solidFill>
                <a:latin typeface="Times New Roman"/>
                <a:ea typeface="Times New Roman"/>
                <a:cs typeface="Times New Roman"/>
                <a:sym typeface="Times New Roman"/>
              </a:rPr>
              <a:t>Leaf Node</a:t>
            </a:r>
            <a:r>
              <a:rPr b="0" i="0" lang="en-US" sz="2800" u="none" cap="none" strike="noStrike">
                <a:solidFill>
                  <a:schemeClr val="dk1"/>
                </a:solidFill>
                <a:latin typeface="Times New Roman"/>
                <a:ea typeface="Times New Roman"/>
                <a:cs typeface="Times New Roman"/>
                <a:sym typeface="Times New Roman"/>
              </a:rPr>
              <a:t>.</a:t>
            </a:r>
            <a:endParaRPr/>
          </a:p>
        </p:txBody>
      </p:sp>
      <p:sp>
        <p:nvSpPr>
          <p:cNvPr id="178" name="Google Shape;178;p2"/>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
          <p:cNvSpPr txBox="1"/>
          <p:nvPr>
            <p:ph type="title"/>
          </p:nvPr>
        </p:nvSpPr>
        <p:spPr>
          <a:xfrm>
            <a:off x="612775" y="228600"/>
            <a:ext cx="8531225" cy="98107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Decision Tree</a:t>
            </a:r>
            <a:endParaRPr/>
          </a:p>
        </p:txBody>
      </p:sp>
      <p:sp>
        <p:nvSpPr>
          <p:cNvPr id="186" name="Google Shape;186;p3"/>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pic>
        <p:nvPicPr>
          <p:cNvPr id="187" name="Google Shape;187;p3"/>
          <p:cNvPicPr preferRelativeResize="0"/>
          <p:nvPr>
            <p:ph idx="1" type="body"/>
          </p:nvPr>
        </p:nvPicPr>
        <p:blipFill rotWithShape="1">
          <a:blip r:embed="rId3">
            <a:alphaModFix/>
          </a:blip>
          <a:srcRect b="0" l="0" r="0" t="0"/>
          <a:stretch/>
        </p:blipFill>
        <p:spPr>
          <a:xfrm>
            <a:off x="914400" y="1676400"/>
            <a:ext cx="7391400" cy="4572000"/>
          </a:xfrm>
          <a:prstGeom prst="rect">
            <a:avLst/>
          </a:prstGeom>
          <a:noFill/>
          <a:ln>
            <a:noFill/>
          </a:ln>
        </p:spPr>
      </p:pic>
      <p:sp>
        <p:nvSpPr>
          <p:cNvPr id="188" name="Google Shape;188;p3"/>
          <p:cNvSpPr txBox="1"/>
          <p:nvPr/>
        </p:nvSpPr>
        <p:spPr>
          <a:xfrm>
            <a:off x="1193800" y="6399212"/>
            <a:ext cx="7188200" cy="3079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Times New Roman"/>
              <a:buNone/>
            </a:pPr>
            <a:r>
              <a:rPr b="1" i="0" lang="en-US" sz="1400" u="none">
                <a:solidFill>
                  <a:schemeClr val="dk1"/>
                </a:solidFill>
                <a:latin typeface="Times New Roman"/>
                <a:ea typeface="Times New Roman"/>
                <a:cs typeface="Times New Roman"/>
                <a:sym typeface="Times New Roman"/>
              </a:rPr>
              <a:t>Fig. 1: Decision Tree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4"/>
          <p:cNvSpPr txBox="1"/>
          <p:nvPr>
            <p:ph type="title"/>
          </p:nvPr>
        </p:nvSpPr>
        <p:spPr>
          <a:xfrm>
            <a:off x="612775" y="228600"/>
            <a:ext cx="8531225"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Why use Decision Trees?</a:t>
            </a:r>
            <a:endParaRPr/>
          </a:p>
        </p:txBody>
      </p:sp>
      <p:sp>
        <p:nvSpPr>
          <p:cNvPr id="196" name="Google Shape;196;p4"/>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197" name="Google Shape;197;p4"/>
          <p:cNvSpPr txBox="1"/>
          <p:nvPr>
            <p:ph idx="1" type="body"/>
          </p:nvPr>
        </p:nvSpPr>
        <p:spPr>
          <a:xfrm>
            <a:off x="612775" y="1600200"/>
            <a:ext cx="8153400" cy="4781550"/>
          </a:xfrm>
          <a:prstGeom prst="rect">
            <a:avLst/>
          </a:prstGeom>
          <a:noFill/>
          <a:ln>
            <a:noFill/>
          </a:ln>
        </p:spPr>
        <p:txBody>
          <a:bodyPr anchorCtr="0" anchor="t" bIns="45700" lIns="91425" spcFirstLastPara="1" rIns="91425" wrap="square" tIns="45700">
            <a:normAutofit/>
          </a:bodyPr>
          <a:lstStyle/>
          <a:p>
            <a:pPr indent="0" lvl="0" marL="0" marR="0" rtl="0" algn="just">
              <a:lnSpc>
                <a:spcPct val="90000"/>
              </a:lnSpc>
              <a:spcBef>
                <a:spcPts val="0"/>
              </a:spcBef>
              <a:spcAft>
                <a:spcPts val="0"/>
              </a:spcAft>
              <a:buClr>
                <a:schemeClr val="accent2"/>
              </a:buClr>
              <a:buSzPts val="1680"/>
              <a:buFont typeface="Noto Sans Symbols"/>
              <a:buNone/>
            </a:pPr>
            <a:r>
              <a:rPr b="0" i="0" lang="en-US" sz="2800" u="none" cap="none" strike="noStrike">
                <a:solidFill>
                  <a:schemeClr val="dk1"/>
                </a:solidFill>
                <a:latin typeface="Times New Roman"/>
                <a:ea typeface="Times New Roman"/>
                <a:cs typeface="Times New Roman"/>
                <a:sym typeface="Times New Roman"/>
              </a:rPr>
              <a:t>Below are the three reasons for using the Decision tree:</a:t>
            </a:r>
            <a:endParaRPr/>
          </a:p>
          <a:p>
            <a:pPr indent="0" lvl="0" marL="0" marR="0" rtl="0" algn="just">
              <a:lnSpc>
                <a:spcPct val="90000"/>
              </a:lnSpc>
              <a:spcBef>
                <a:spcPts val="700"/>
              </a:spcBef>
              <a:spcAft>
                <a:spcPts val="0"/>
              </a:spcAft>
              <a:buClr>
                <a:srgbClr val="00B0F0"/>
              </a:buClr>
              <a:buSzPts val="1680"/>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p>
            <a:pPr indent="-106679" lvl="0" marL="0" marR="0" rtl="0" algn="just">
              <a:lnSpc>
                <a:spcPct val="90000"/>
              </a:lnSpc>
              <a:spcBef>
                <a:spcPts val="700"/>
              </a:spcBef>
              <a:spcAft>
                <a:spcPts val="0"/>
              </a:spcAft>
              <a:buClr>
                <a:srgbClr val="00B0F0"/>
              </a:buClr>
              <a:buSzPts val="1680"/>
              <a:buFont typeface="Noto Sans Symbols"/>
              <a:buChar char="❑"/>
            </a:pPr>
            <a:r>
              <a:rPr b="0" i="0" lang="en-US" sz="2800" u="none" cap="none" strike="noStrike">
                <a:solidFill>
                  <a:schemeClr val="dk1"/>
                </a:solidFill>
                <a:latin typeface="Times New Roman"/>
                <a:ea typeface="Times New Roman"/>
                <a:cs typeface="Times New Roman"/>
                <a:sym typeface="Times New Roman"/>
              </a:rPr>
              <a:t>Decision Trees usually mimic human thinking ability while making a decision, so it is easy to understand.</a:t>
            </a:r>
            <a:endParaRPr/>
          </a:p>
          <a:p>
            <a:pPr indent="0" lvl="0" marL="0" marR="0" rtl="0" algn="just">
              <a:lnSpc>
                <a:spcPct val="90000"/>
              </a:lnSpc>
              <a:spcBef>
                <a:spcPts val="700"/>
              </a:spcBef>
              <a:spcAft>
                <a:spcPts val="0"/>
              </a:spcAft>
              <a:buClr>
                <a:srgbClr val="00B0F0"/>
              </a:buClr>
              <a:buSzPts val="1680"/>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p>
            <a:pPr indent="-106679" lvl="0" marL="0" marR="0" rtl="0" algn="just">
              <a:lnSpc>
                <a:spcPct val="90000"/>
              </a:lnSpc>
              <a:spcBef>
                <a:spcPts val="700"/>
              </a:spcBef>
              <a:spcAft>
                <a:spcPts val="0"/>
              </a:spcAft>
              <a:buClr>
                <a:srgbClr val="00B0F0"/>
              </a:buClr>
              <a:buSzPts val="1680"/>
              <a:buFont typeface="Noto Sans Symbols"/>
              <a:buChar char="❑"/>
            </a:pPr>
            <a:r>
              <a:rPr b="0" i="0" lang="en-US" sz="2800" u="none" cap="none" strike="noStrike">
                <a:solidFill>
                  <a:schemeClr val="dk1"/>
                </a:solidFill>
                <a:latin typeface="Times New Roman"/>
                <a:ea typeface="Times New Roman"/>
                <a:cs typeface="Times New Roman"/>
                <a:sym typeface="Times New Roman"/>
              </a:rPr>
              <a:t>The logic behind the decision tree can be easily understood because it shows a tree-like structure.</a:t>
            </a:r>
            <a:endParaRPr/>
          </a:p>
          <a:p>
            <a:pPr indent="0" lvl="0" marL="0" marR="0" rtl="0" algn="just">
              <a:lnSpc>
                <a:spcPct val="90000"/>
              </a:lnSpc>
              <a:spcBef>
                <a:spcPts val="700"/>
              </a:spcBef>
              <a:spcAft>
                <a:spcPts val="0"/>
              </a:spcAft>
              <a:buClr>
                <a:srgbClr val="00B0F0"/>
              </a:buClr>
              <a:buSzPts val="1680"/>
              <a:buFont typeface="Noto Sans Symbols"/>
              <a:buNone/>
            </a:pPr>
            <a:r>
              <a:t/>
            </a:r>
            <a:endParaRPr b="0" i="0" sz="2800" u="none" cap="none" strike="noStrike">
              <a:solidFill>
                <a:schemeClr val="dk1"/>
              </a:solidFill>
              <a:latin typeface="Times New Roman"/>
              <a:ea typeface="Times New Roman"/>
              <a:cs typeface="Times New Roman"/>
              <a:sym typeface="Times New Roman"/>
            </a:endParaRPr>
          </a:p>
          <a:p>
            <a:pPr indent="-106679" lvl="0" marL="0" marR="0" rtl="0" algn="just">
              <a:lnSpc>
                <a:spcPct val="90000"/>
              </a:lnSpc>
              <a:spcBef>
                <a:spcPts val="700"/>
              </a:spcBef>
              <a:spcAft>
                <a:spcPts val="0"/>
              </a:spcAft>
              <a:buClr>
                <a:srgbClr val="00B0F0"/>
              </a:buClr>
              <a:buSzPts val="1680"/>
              <a:buFont typeface="Noto Sans Symbols"/>
              <a:buChar char="❑"/>
            </a:pPr>
            <a:r>
              <a:rPr b="0" i="0" lang="en-US" sz="2800" u="none" cap="none" strike="noStrike">
                <a:solidFill>
                  <a:srgbClr val="292929"/>
                </a:solidFill>
                <a:latin typeface="Times New Roman"/>
                <a:ea typeface="Times New Roman"/>
                <a:cs typeface="Times New Roman"/>
                <a:sym typeface="Times New Roman"/>
              </a:rPr>
              <a:t>It can handle both numerical and categorical data. It can also handle multi-output problems.</a:t>
            </a:r>
            <a:endParaRPr/>
          </a:p>
          <a:p>
            <a:pPr indent="0" lvl="0" marL="0" marR="0" rtl="0" algn="just">
              <a:lnSpc>
                <a:spcPct val="90000"/>
              </a:lnSpc>
              <a:spcBef>
                <a:spcPts val="700"/>
              </a:spcBef>
              <a:spcAft>
                <a:spcPts val="0"/>
              </a:spcAft>
              <a:buClr>
                <a:srgbClr val="00B0F0"/>
              </a:buClr>
              <a:buSzPts val="1200"/>
              <a:buFont typeface="Noto Sans Symbols"/>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just">
              <a:lnSpc>
                <a:spcPct val="90000"/>
              </a:lnSpc>
              <a:spcBef>
                <a:spcPts val="700"/>
              </a:spcBef>
              <a:spcAft>
                <a:spcPts val="0"/>
              </a:spcAft>
              <a:buClr>
                <a:schemeClr val="accent2"/>
              </a:buClr>
              <a:buSzPts val="1200"/>
              <a:buFont typeface="Noto Sans Symbols"/>
              <a:buNone/>
            </a:pPr>
            <a:r>
              <a:t/>
            </a:r>
            <a:endParaRPr b="0" i="0" sz="2000" u="none" cap="none" strike="noStrike">
              <a:solidFill>
                <a:schemeClr val="dk1"/>
              </a:solidFill>
              <a:latin typeface="Twentieth Century"/>
              <a:ea typeface="Twentieth Century"/>
              <a:cs typeface="Twentieth Century"/>
              <a:sym typeface="Twentieth Century"/>
            </a:endParaRPr>
          </a:p>
          <a:p>
            <a:pPr indent="-242888" lvl="0" marL="319088" marR="0" rtl="0" algn="l">
              <a:spcBef>
                <a:spcPts val="700"/>
              </a:spcBef>
              <a:spcAft>
                <a:spcPts val="0"/>
              </a:spcAft>
              <a:buClr>
                <a:schemeClr val="accent2"/>
              </a:buClr>
              <a:buSzPts val="1200"/>
              <a:buFont typeface="Noto Sans Symbols"/>
              <a:buNone/>
            </a:pPr>
            <a:r>
              <a:t/>
            </a:r>
            <a:endParaRPr b="0" i="0" sz="2000" u="non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5"/>
          <p:cNvSpPr txBox="1"/>
          <p:nvPr>
            <p:ph type="title"/>
          </p:nvPr>
        </p:nvSpPr>
        <p:spPr>
          <a:xfrm>
            <a:off x="612775" y="685800"/>
            <a:ext cx="8153400" cy="533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Decision Tree Algorithms </a:t>
            </a:r>
            <a:br>
              <a:rPr b="0" i="0" lang="en-US" sz="4400" u="none">
                <a:solidFill>
                  <a:schemeClr val="dk2"/>
                </a:solidFill>
                <a:latin typeface="Twentieth Century"/>
                <a:ea typeface="Twentieth Century"/>
                <a:cs typeface="Twentieth Century"/>
                <a:sym typeface="Twentieth Century"/>
              </a:rPr>
            </a:br>
            <a:r>
              <a:rPr b="0" i="0" lang="en-US" sz="4400" u="none">
                <a:solidFill>
                  <a:schemeClr val="dk2"/>
                </a:solidFill>
                <a:latin typeface="Twentieth Century"/>
                <a:ea typeface="Twentieth Century"/>
                <a:cs typeface="Twentieth Century"/>
                <a:sym typeface="Twentieth Century"/>
              </a:rPr>
              <a:t> </a:t>
            </a:r>
            <a:endParaRPr/>
          </a:p>
        </p:txBody>
      </p:sp>
      <p:sp>
        <p:nvSpPr>
          <p:cNvPr id="205" name="Google Shape;205;p5"/>
          <p:cNvSpPr txBox="1"/>
          <p:nvPr>
            <p:ph idx="1" type="body"/>
          </p:nvPr>
        </p:nvSpPr>
        <p:spPr>
          <a:xfrm>
            <a:off x="612775" y="1600200"/>
            <a:ext cx="8153400" cy="5029200"/>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chemeClr val="accent2"/>
              </a:buClr>
              <a:buSzPts val="1440"/>
              <a:buFont typeface="Noto Sans Symbols"/>
              <a:buChar char="◻"/>
            </a:pPr>
            <a:r>
              <a:rPr b="1" i="0" lang="en-US" sz="2400" u="none">
                <a:solidFill>
                  <a:srgbClr val="273239"/>
                </a:solidFill>
                <a:latin typeface="Times New Roman"/>
                <a:ea typeface="Times New Roman"/>
                <a:cs typeface="Times New Roman"/>
                <a:sym typeface="Times New Roman"/>
              </a:rPr>
              <a:t>Iterative Dichotomiser 3 (ID3):</a:t>
            </a:r>
            <a:r>
              <a:rPr b="0" i="0" lang="en-US" sz="2400" u="none">
                <a:solidFill>
                  <a:srgbClr val="273239"/>
                </a:solidFill>
                <a:latin typeface="Times New Roman"/>
                <a:ea typeface="Times New Roman"/>
                <a:cs typeface="Times New Roman"/>
                <a:sym typeface="Times New Roman"/>
              </a:rPr>
              <a:t> This algorithm uses Information Gain to decide which attribute is to be used classify the current subset of the data. For each level of the tree, information gain is calculated for the remaining data recursively.</a:t>
            </a:r>
            <a:endParaRPr/>
          </a:p>
          <a:p>
            <a:pPr indent="-319087" lvl="0" marL="319087" marR="0" rtl="0" algn="just">
              <a:lnSpc>
                <a:spcPct val="100000"/>
              </a:lnSpc>
              <a:spcBef>
                <a:spcPts val="700"/>
              </a:spcBef>
              <a:spcAft>
                <a:spcPts val="0"/>
              </a:spcAft>
              <a:buClr>
                <a:schemeClr val="accent2"/>
              </a:buClr>
              <a:buSzPts val="1440"/>
              <a:buFont typeface="Noto Sans Symbols"/>
              <a:buChar char="◻"/>
            </a:pPr>
            <a:r>
              <a:rPr b="1" i="0" lang="en-US" sz="2400" u="none">
                <a:solidFill>
                  <a:srgbClr val="273239"/>
                </a:solidFill>
                <a:latin typeface="Times New Roman"/>
                <a:ea typeface="Times New Roman"/>
                <a:cs typeface="Times New Roman"/>
                <a:sym typeface="Times New Roman"/>
              </a:rPr>
              <a:t>C4.5:</a:t>
            </a:r>
            <a:r>
              <a:rPr b="0" i="0" lang="en-US" sz="2400" u="none">
                <a:solidFill>
                  <a:srgbClr val="273239"/>
                </a:solidFill>
                <a:latin typeface="Times New Roman"/>
                <a:ea typeface="Times New Roman"/>
                <a:cs typeface="Times New Roman"/>
                <a:sym typeface="Times New Roman"/>
              </a:rPr>
              <a:t> This algorithm is the successor of the ID3 algorithm. This algorithm uses either Information gain or Gain ratio to decide upon the classifying attribute. It is a direct improvement from the ID3 algorithm as it can handle both continuous and missing attribute values.</a:t>
            </a:r>
            <a:endParaRPr/>
          </a:p>
          <a:p>
            <a:pPr indent="-319087" lvl="0" marL="319087" marR="0" rtl="0" algn="just">
              <a:lnSpc>
                <a:spcPct val="100000"/>
              </a:lnSpc>
              <a:spcBef>
                <a:spcPts val="700"/>
              </a:spcBef>
              <a:spcAft>
                <a:spcPts val="0"/>
              </a:spcAft>
              <a:buClr>
                <a:schemeClr val="accent2"/>
              </a:buClr>
              <a:buSzPts val="1440"/>
              <a:buFont typeface="Noto Sans Symbols"/>
              <a:buChar char="◻"/>
            </a:pPr>
            <a:r>
              <a:rPr b="1" i="0" lang="en-US" sz="2400" u="none">
                <a:solidFill>
                  <a:srgbClr val="273239"/>
                </a:solidFill>
                <a:latin typeface="Times New Roman"/>
                <a:ea typeface="Times New Roman"/>
                <a:cs typeface="Times New Roman"/>
                <a:sym typeface="Times New Roman"/>
              </a:rPr>
              <a:t>Classification and Regression Tree (CART):</a:t>
            </a:r>
            <a:r>
              <a:rPr b="0" i="0" lang="en-US" sz="2400" u="none">
                <a:solidFill>
                  <a:srgbClr val="273239"/>
                </a:solidFill>
                <a:latin typeface="Times New Roman"/>
                <a:ea typeface="Times New Roman"/>
                <a:cs typeface="Times New Roman"/>
                <a:sym typeface="Times New Roman"/>
              </a:rPr>
              <a:t> It is a dynamic learning algorithm which can produce a regression tree as well as a classification tree depending upon the dependent variable.</a:t>
            </a:r>
            <a:endParaRPr/>
          </a:p>
          <a:p>
            <a:pPr indent="-319087" lvl="0" marL="319087" marR="0" rtl="0" algn="l">
              <a:lnSpc>
                <a:spcPct val="100000"/>
              </a:lnSpc>
              <a:spcBef>
                <a:spcPts val="700"/>
              </a:spcBef>
              <a:spcAft>
                <a:spcPts val="0"/>
              </a:spcAft>
              <a:buClr>
                <a:schemeClr val="accent2"/>
              </a:buClr>
              <a:buSzPts val="720"/>
              <a:buFont typeface="Noto Sans Symbols"/>
              <a:buChar char="◻"/>
            </a:pPr>
            <a:br>
              <a:rPr b="0" i="0" lang="en-US" sz="1200" u="none">
                <a:solidFill>
                  <a:schemeClr val="dk1"/>
                </a:solidFill>
                <a:latin typeface="Twentieth Century"/>
                <a:ea typeface="Twentieth Century"/>
                <a:cs typeface="Twentieth Century"/>
                <a:sym typeface="Twentieth Century"/>
              </a:rPr>
            </a:br>
            <a:endParaRPr/>
          </a:p>
        </p:txBody>
      </p:sp>
      <p:sp>
        <p:nvSpPr>
          <p:cNvPr id="206" name="Google Shape;206;p5"/>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6"/>
          <p:cNvSpPr txBox="1"/>
          <p:nvPr>
            <p:ph idx="1" type="body"/>
          </p:nvPr>
        </p:nvSpPr>
        <p:spPr>
          <a:xfrm>
            <a:off x="395287" y="1516062"/>
            <a:ext cx="8153400" cy="4916487"/>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chemeClr val="accent2"/>
              </a:buClr>
              <a:buSzPts val="1440"/>
              <a:buFont typeface="Noto Sans Symbols"/>
              <a:buChar char="❑"/>
            </a:pPr>
            <a:r>
              <a:rPr b="0" i="0" lang="en-US" sz="2400" u="none">
                <a:solidFill>
                  <a:schemeClr val="dk1"/>
                </a:solidFill>
                <a:latin typeface="Times New Roman"/>
                <a:ea typeface="Times New Roman"/>
                <a:cs typeface="Times New Roman"/>
                <a:sym typeface="Times New Roman"/>
              </a:rPr>
              <a:t>It begins with the original dataset S.</a:t>
            </a:r>
            <a:endParaRPr/>
          </a:p>
          <a:p>
            <a:pPr indent="-319087" lvl="0" marL="319087" marR="0" rtl="0" algn="just">
              <a:lnSpc>
                <a:spcPct val="100000"/>
              </a:lnSpc>
              <a:spcBef>
                <a:spcPts val="700"/>
              </a:spcBef>
              <a:spcAft>
                <a:spcPts val="0"/>
              </a:spcAft>
              <a:buClr>
                <a:schemeClr val="accent2"/>
              </a:buClr>
              <a:buSzPts val="1440"/>
              <a:buFont typeface="Noto Sans Symbols"/>
              <a:buChar char="❑"/>
            </a:pPr>
            <a:r>
              <a:rPr b="0" i="0" lang="en-US" sz="2400" u="none">
                <a:solidFill>
                  <a:schemeClr val="dk1"/>
                </a:solidFill>
                <a:latin typeface="Times New Roman"/>
                <a:ea typeface="Times New Roman"/>
                <a:cs typeface="Times New Roman"/>
                <a:sym typeface="Times New Roman"/>
              </a:rPr>
              <a:t>On each iteration of the algorithm, it iterates through the every unused attribute of the dataset S and calculates Entropy (H) and Information gain (IG) of this attribute.</a:t>
            </a:r>
            <a:endParaRPr/>
          </a:p>
          <a:p>
            <a:pPr indent="-319087" lvl="0" marL="319087" marR="0" rtl="0" algn="just">
              <a:lnSpc>
                <a:spcPct val="100000"/>
              </a:lnSpc>
              <a:spcBef>
                <a:spcPts val="700"/>
              </a:spcBef>
              <a:spcAft>
                <a:spcPts val="0"/>
              </a:spcAft>
              <a:buClr>
                <a:schemeClr val="accent2"/>
              </a:buClr>
              <a:buSzPts val="1440"/>
              <a:buFont typeface="Noto Sans Symbols"/>
              <a:buChar char="❑"/>
            </a:pPr>
            <a:r>
              <a:rPr b="0" i="0" lang="en-US" sz="2400" u="none">
                <a:solidFill>
                  <a:schemeClr val="dk1"/>
                </a:solidFill>
                <a:latin typeface="Times New Roman"/>
                <a:ea typeface="Times New Roman"/>
                <a:cs typeface="Times New Roman"/>
                <a:sym typeface="Times New Roman"/>
              </a:rPr>
              <a:t>It then selects the attribute which has the smallest Entropy or Largest Information gain.</a:t>
            </a:r>
            <a:endParaRPr/>
          </a:p>
          <a:p>
            <a:pPr indent="-319087" lvl="0" marL="319087" marR="0" rtl="0" algn="just">
              <a:lnSpc>
                <a:spcPct val="100000"/>
              </a:lnSpc>
              <a:spcBef>
                <a:spcPts val="700"/>
              </a:spcBef>
              <a:spcAft>
                <a:spcPts val="0"/>
              </a:spcAft>
              <a:buClr>
                <a:schemeClr val="accent2"/>
              </a:buClr>
              <a:buSzPts val="1440"/>
              <a:buFont typeface="Noto Sans Symbols"/>
              <a:buChar char="❑"/>
            </a:pPr>
            <a:r>
              <a:rPr b="0" i="0" lang="en-US" sz="2400" u="none">
                <a:solidFill>
                  <a:schemeClr val="dk1"/>
                </a:solidFill>
                <a:latin typeface="Times New Roman"/>
                <a:ea typeface="Times New Roman"/>
                <a:cs typeface="Times New Roman"/>
                <a:sym typeface="Times New Roman"/>
              </a:rPr>
              <a:t>The dataset S is then split by the selected attribute (Root Node) to produce a subset of the data.</a:t>
            </a:r>
            <a:endParaRPr/>
          </a:p>
          <a:p>
            <a:pPr indent="-319087" lvl="0" marL="319087" marR="0" rtl="0" algn="just">
              <a:lnSpc>
                <a:spcPct val="100000"/>
              </a:lnSpc>
              <a:spcBef>
                <a:spcPts val="700"/>
              </a:spcBef>
              <a:spcAft>
                <a:spcPts val="0"/>
              </a:spcAft>
              <a:buClr>
                <a:schemeClr val="accent2"/>
              </a:buClr>
              <a:buSzPts val="1440"/>
              <a:buFont typeface="Noto Sans Symbols"/>
              <a:buChar char="❑"/>
            </a:pPr>
            <a:r>
              <a:rPr b="0" i="0" lang="en-US" sz="2400" u="none">
                <a:solidFill>
                  <a:schemeClr val="dk1"/>
                </a:solidFill>
                <a:latin typeface="Times New Roman"/>
                <a:ea typeface="Times New Roman"/>
                <a:cs typeface="Times New Roman"/>
                <a:sym typeface="Times New Roman"/>
              </a:rPr>
              <a:t>The algorithm continues to recur on each subset, considering only attributes never selected before.</a:t>
            </a:r>
            <a:endParaRPr/>
          </a:p>
          <a:p>
            <a:pPr indent="-319087" lvl="0" marL="319087" marR="0" rtl="0" algn="just">
              <a:lnSpc>
                <a:spcPct val="100000"/>
              </a:lnSpc>
              <a:spcBef>
                <a:spcPts val="700"/>
              </a:spcBef>
              <a:spcAft>
                <a:spcPts val="0"/>
              </a:spcAft>
              <a:buClr>
                <a:schemeClr val="accent2"/>
              </a:buClr>
              <a:buSzPts val="1440"/>
              <a:buFont typeface="Noto Sans Symbols"/>
              <a:buChar char="❑"/>
            </a:pPr>
            <a:r>
              <a:rPr b="0" i="0" lang="en-US" sz="2400" u="none">
                <a:solidFill>
                  <a:schemeClr val="dk1"/>
                </a:solidFill>
                <a:latin typeface="Times New Roman"/>
                <a:ea typeface="Times New Roman"/>
                <a:cs typeface="Times New Roman"/>
                <a:sym typeface="Times New Roman"/>
              </a:rPr>
              <a:t>Repeat until we run out of all attributes, or the decision tree has all leaf nodes.</a:t>
            </a:r>
            <a:endParaRPr/>
          </a:p>
          <a:p>
            <a:pPr indent="-319087" lvl="0" marL="319087" marR="0" rtl="0" algn="l">
              <a:lnSpc>
                <a:spcPct val="100000"/>
              </a:lnSpc>
              <a:spcBef>
                <a:spcPts val="700"/>
              </a:spcBef>
              <a:spcAft>
                <a:spcPts val="0"/>
              </a:spcAft>
              <a:buClr>
                <a:schemeClr val="accent2"/>
              </a:buClr>
              <a:buSzPts val="1740"/>
              <a:buFont typeface="Noto Sans Symbols"/>
              <a:buNone/>
            </a:pPr>
            <a:r>
              <a:t/>
            </a:r>
            <a:endParaRPr b="0" i="0" sz="2900" u="none">
              <a:solidFill>
                <a:schemeClr val="dk1"/>
              </a:solidFill>
              <a:latin typeface="Twentieth Century"/>
              <a:ea typeface="Twentieth Century"/>
              <a:cs typeface="Twentieth Century"/>
              <a:sym typeface="Twentieth Century"/>
            </a:endParaRPr>
          </a:p>
          <a:p>
            <a:pPr indent="-208598" lvl="0" marL="319088" marR="0" rtl="0" algn="l">
              <a:spcBef>
                <a:spcPts val="700"/>
              </a:spcBef>
              <a:spcAft>
                <a:spcPts val="0"/>
              </a:spcAft>
              <a:buClr>
                <a:schemeClr val="accent2"/>
              </a:buClr>
              <a:buSzPts val="1740"/>
              <a:buFont typeface="Noto Sans Symbols"/>
              <a:buNone/>
            </a:pPr>
            <a:r>
              <a:t/>
            </a:r>
            <a:endParaRPr b="0" i="0" sz="2900" u="none">
              <a:solidFill>
                <a:schemeClr val="dk1"/>
              </a:solidFill>
              <a:latin typeface="Twentieth Century"/>
              <a:ea typeface="Twentieth Century"/>
              <a:cs typeface="Twentieth Century"/>
              <a:sym typeface="Twentieth Century"/>
            </a:endParaRPr>
          </a:p>
        </p:txBody>
      </p:sp>
      <p:sp>
        <p:nvSpPr>
          <p:cNvPr id="214" name="Google Shape;214;p6"/>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215" name="Google Shape;215;p6"/>
          <p:cNvSpPr txBox="1"/>
          <p:nvPr/>
        </p:nvSpPr>
        <p:spPr>
          <a:xfrm>
            <a:off x="571500" y="152400"/>
            <a:ext cx="8215312" cy="7699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400"/>
              <a:buFont typeface="Times New Roman"/>
              <a:buNone/>
            </a:pPr>
            <a:r>
              <a:rPr b="0" i="0" lang="en-US" sz="4400" u="none">
                <a:solidFill>
                  <a:schemeClr val="dk1"/>
                </a:solidFill>
                <a:latin typeface="Times New Roman"/>
                <a:ea typeface="Times New Roman"/>
                <a:cs typeface="Times New Roman"/>
                <a:sym typeface="Times New Roman"/>
              </a:rPr>
              <a:t>Steps</a:t>
            </a:r>
            <a:r>
              <a:rPr b="0" i="0" lang="en-US" sz="4000" u="none">
                <a:solidFill>
                  <a:schemeClr val="dk1"/>
                </a:solidFill>
                <a:latin typeface="Times New Roman"/>
                <a:ea typeface="Times New Roman"/>
                <a:cs typeface="Times New Roman"/>
                <a:sym typeface="Times New Roman"/>
              </a:rPr>
              <a:t> in ID3 Algorithm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7"/>
          <p:cNvSpPr txBox="1"/>
          <p:nvPr>
            <p:ph type="title"/>
          </p:nvPr>
        </p:nvSpPr>
        <p:spPr>
          <a:xfrm>
            <a:off x="612775" y="228600"/>
            <a:ext cx="81534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Attribute Selection Measures</a:t>
            </a:r>
            <a:endParaRPr/>
          </a:p>
        </p:txBody>
      </p:sp>
      <p:sp>
        <p:nvSpPr>
          <p:cNvPr id="223" name="Google Shape;223;p7"/>
          <p:cNvSpPr txBox="1"/>
          <p:nvPr>
            <p:ph idx="1" type="body"/>
          </p:nvPr>
        </p:nvSpPr>
        <p:spPr>
          <a:xfrm>
            <a:off x="612775" y="1516062"/>
            <a:ext cx="8153400" cy="5341937"/>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rgbClr val="00B0F0"/>
              </a:buClr>
              <a:buSzPts val="1680"/>
              <a:buFont typeface="Noto Sans Symbols"/>
              <a:buChar char="❑"/>
            </a:pPr>
            <a:r>
              <a:rPr b="0" i="0" lang="en-US" sz="2800" u="none">
                <a:solidFill>
                  <a:srgbClr val="000000"/>
                </a:solidFill>
                <a:latin typeface="Times New Roman"/>
                <a:ea typeface="Times New Roman"/>
                <a:cs typeface="Times New Roman"/>
                <a:sym typeface="Times New Roman"/>
              </a:rPr>
              <a:t>If the dataset consists of N attributes then deciding which attribute to place at the root or at different levels of the tree as internal nodes is a complicated step. By just randomly selecting any node to be the root can’t solve the issue. </a:t>
            </a:r>
            <a:endParaRPr/>
          </a:p>
          <a:p>
            <a:pPr indent="-212407" lvl="0" marL="319087" marR="0" rtl="0" algn="just">
              <a:lnSpc>
                <a:spcPct val="100000"/>
              </a:lnSpc>
              <a:spcBef>
                <a:spcPts val="700"/>
              </a:spcBef>
              <a:spcAft>
                <a:spcPts val="0"/>
              </a:spcAft>
              <a:buClr>
                <a:srgbClr val="00B0F0"/>
              </a:buClr>
              <a:buSzPts val="1680"/>
              <a:buFont typeface="Noto Sans Symbols"/>
              <a:buNone/>
            </a:pPr>
            <a:r>
              <a:t/>
            </a:r>
            <a:endParaRPr b="0" i="0" sz="2800" u="none">
              <a:solidFill>
                <a:srgbClr val="000000"/>
              </a:solidFill>
              <a:latin typeface="Times New Roman"/>
              <a:ea typeface="Times New Roman"/>
              <a:cs typeface="Times New Roman"/>
              <a:sym typeface="Times New Roman"/>
            </a:endParaRPr>
          </a:p>
          <a:p>
            <a:pPr indent="-319087" lvl="0" marL="319087" marR="0" rtl="0" algn="just">
              <a:lnSpc>
                <a:spcPct val="100000"/>
              </a:lnSpc>
              <a:spcBef>
                <a:spcPts val="700"/>
              </a:spcBef>
              <a:spcAft>
                <a:spcPts val="0"/>
              </a:spcAft>
              <a:buClr>
                <a:srgbClr val="00B0F0"/>
              </a:buClr>
              <a:buSzPts val="1680"/>
              <a:buFont typeface="Noto Sans Symbols"/>
              <a:buChar char="❑"/>
            </a:pPr>
            <a:r>
              <a:rPr b="0" i="0" lang="en-US" sz="2800" u="none">
                <a:solidFill>
                  <a:schemeClr val="dk1"/>
                </a:solidFill>
                <a:latin typeface="Times New Roman"/>
                <a:ea typeface="Times New Roman"/>
                <a:cs typeface="Times New Roman"/>
                <a:sym typeface="Times New Roman"/>
              </a:rPr>
              <a:t>For solving this attribute selection problem, researchers worked and devised some solutions. They suggested using some criteria like : </a:t>
            </a:r>
            <a:r>
              <a:rPr b="1" i="0" lang="en-US" sz="2800" u="none">
                <a:solidFill>
                  <a:schemeClr val="dk1"/>
                </a:solidFill>
                <a:latin typeface="Times New Roman"/>
                <a:ea typeface="Times New Roman"/>
                <a:cs typeface="Times New Roman"/>
                <a:sym typeface="Times New Roman"/>
              </a:rPr>
              <a:t>(i) Entropy (ii) Information gain (iii) Gini Index</a:t>
            </a:r>
            <a:endParaRPr/>
          </a:p>
        </p:txBody>
      </p:sp>
      <p:sp>
        <p:nvSpPr>
          <p:cNvPr id="224" name="Google Shape;224;p7"/>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8"/>
          <p:cNvSpPr txBox="1"/>
          <p:nvPr>
            <p:ph type="title"/>
          </p:nvPr>
        </p:nvSpPr>
        <p:spPr>
          <a:xfrm>
            <a:off x="612775" y="228600"/>
            <a:ext cx="81534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Entropy</a:t>
            </a:r>
            <a:endParaRPr/>
          </a:p>
        </p:txBody>
      </p:sp>
      <p:sp>
        <p:nvSpPr>
          <p:cNvPr id="232" name="Google Shape;232;p8"/>
          <p:cNvSpPr txBox="1"/>
          <p:nvPr>
            <p:ph idx="1" type="body"/>
          </p:nvPr>
        </p:nvSpPr>
        <p:spPr>
          <a:xfrm>
            <a:off x="612775" y="1600200"/>
            <a:ext cx="8153400" cy="48768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accent2"/>
              </a:buClr>
              <a:buSzPts val="1440"/>
              <a:buFont typeface="Noto Sans Symbols"/>
              <a:buNone/>
            </a:pPr>
            <a:r>
              <a:rPr b="0" i="0" lang="en-US" sz="2400" u="none">
                <a:solidFill>
                  <a:schemeClr val="dk1"/>
                </a:solidFill>
                <a:latin typeface="Times New Roman"/>
                <a:ea typeface="Times New Roman"/>
                <a:cs typeface="Times New Roman"/>
                <a:sym typeface="Times New Roman"/>
              </a:rPr>
              <a:t>Entropy is a measure of the randomness in the information being processed. The higher the entropy, the harder it is to draw any conclusions from that information. Flipping a coin is an example of an action that provides information that is random.</a:t>
            </a:r>
            <a:endParaRPr/>
          </a:p>
          <a:p>
            <a:pPr indent="0" lvl="0" marL="0" marR="0" rtl="0" algn="just">
              <a:lnSpc>
                <a:spcPct val="100000"/>
              </a:lnSpc>
              <a:spcBef>
                <a:spcPts val="700"/>
              </a:spcBef>
              <a:spcAft>
                <a:spcPts val="0"/>
              </a:spcAft>
              <a:buClr>
                <a:schemeClr val="accent2"/>
              </a:buClr>
              <a:buSzPts val="1440"/>
              <a:buFont typeface="Noto Sans Symbols"/>
              <a:buNone/>
            </a:pPr>
            <a:r>
              <a:t/>
            </a:r>
            <a:endParaRPr b="0" i="0" sz="2400" u="none">
              <a:solidFill>
                <a:schemeClr val="dk1"/>
              </a:solidFill>
              <a:latin typeface="Times New Roman"/>
              <a:ea typeface="Times New Roman"/>
              <a:cs typeface="Times New Roman"/>
              <a:sym typeface="Times New Roman"/>
            </a:endParaRPr>
          </a:p>
          <a:p>
            <a:pPr indent="0" lvl="0" marL="0" marR="0" rtl="0" algn="just">
              <a:lnSpc>
                <a:spcPct val="100000"/>
              </a:lnSpc>
              <a:spcBef>
                <a:spcPts val="700"/>
              </a:spcBef>
              <a:spcAft>
                <a:spcPts val="0"/>
              </a:spcAft>
              <a:buClr>
                <a:schemeClr val="accent2"/>
              </a:buClr>
              <a:buSzPts val="1440"/>
              <a:buFont typeface="Noto Sans Symbols"/>
              <a:buNone/>
            </a:pPr>
            <a:r>
              <a:rPr b="0" i="0" lang="en-US" sz="2400" u="none">
                <a:solidFill>
                  <a:schemeClr val="dk1"/>
                </a:solidFill>
                <a:latin typeface="Times New Roman"/>
                <a:ea typeface="Times New Roman"/>
                <a:cs typeface="Times New Roman"/>
                <a:sym typeface="Times New Roman"/>
              </a:rPr>
              <a:t>Consider a dataset with N classes. The entropy may be calculated using the formula below:</a:t>
            </a:r>
            <a:endParaRPr/>
          </a:p>
        </p:txBody>
      </p:sp>
      <p:sp>
        <p:nvSpPr>
          <p:cNvPr id="233" name="Google Shape;233;p8"/>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234" name="Google Shape;234;p8"/>
          <p:cNvSpPr txBox="1"/>
          <p:nvPr/>
        </p:nvSpPr>
        <p:spPr>
          <a:xfrm>
            <a:off x="0" y="6477000"/>
            <a:ext cx="9144000" cy="381000"/>
          </a:xfrm>
          <a:prstGeom prst="rect">
            <a:avLst/>
          </a:prstGeom>
          <a:solidFill>
            <a:srgbClr val="F2F2F2"/>
          </a:solidFill>
          <a:ln cap="flat" cmpd="sng" w="425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5" name="Google Shape;235;p8"/>
          <p:cNvSpPr txBox="1"/>
          <p:nvPr/>
        </p:nvSpPr>
        <p:spPr>
          <a:xfrm>
            <a:off x="4114800" y="3055937"/>
            <a:ext cx="0" cy="2762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236" name="Google Shape;236;p8"/>
          <p:cNvPicPr preferRelativeResize="0"/>
          <p:nvPr/>
        </p:nvPicPr>
        <p:blipFill rotWithShape="1">
          <a:blip r:embed="rId3">
            <a:alphaModFix/>
          </a:blip>
          <a:srcRect b="0" l="0" r="0" t="0"/>
          <a:stretch/>
        </p:blipFill>
        <p:spPr>
          <a:xfrm>
            <a:off x="377825" y="4364037"/>
            <a:ext cx="8232775" cy="207803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9"/>
          <p:cNvSpPr txBox="1"/>
          <p:nvPr>
            <p:ph type="title"/>
          </p:nvPr>
        </p:nvSpPr>
        <p:spPr>
          <a:xfrm>
            <a:off x="612775" y="228600"/>
            <a:ext cx="81534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Information Gain</a:t>
            </a:r>
            <a:endParaRPr/>
          </a:p>
        </p:txBody>
      </p:sp>
      <p:sp>
        <p:nvSpPr>
          <p:cNvPr id="244" name="Google Shape;244;p9"/>
          <p:cNvSpPr txBox="1"/>
          <p:nvPr>
            <p:ph idx="1" type="body"/>
          </p:nvPr>
        </p:nvSpPr>
        <p:spPr>
          <a:xfrm>
            <a:off x="612775" y="1600200"/>
            <a:ext cx="8153400" cy="48768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accent2"/>
              </a:buClr>
              <a:buSzPts val="1440"/>
              <a:buFont typeface="Noto Sans Symbols"/>
              <a:buNone/>
            </a:pPr>
            <a:r>
              <a:rPr b="0" i="0" lang="en-US" sz="2400" u="none">
                <a:solidFill>
                  <a:schemeClr val="dk1"/>
                </a:solidFill>
                <a:latin typeface="Times New Roman"/>
                <a:ea typeface="Times New Roman"/>
                <a:cs typeface="Times New Roman"/>
                <a:sym typeface="Times New Roman"/>
              </a:rPr>
              <a:t>We can define information gain as a measure of how much information a feature provides about a class. Information gain helps to determine the order of attributes in the nodes of a decision tree.</a:t>
            </a:r>
            <a:endParaRPr/>
          </a:p>
          <a:p>
            <a:pPr indent="0" lvl="0" marL="0" marR="0" rtl="0" algn="just">
              <a:lnSpc>
                <a:spcPct val="100000"/>
              </a:lnSpc>
              <a:spcBef>
                <a:spcPts val="700"/>
              </a:spcBef>
              <a:spcAft>
                <a:spcPts val="0"/>
              </a:spcAft>
              <a:buClr>
                <a:schemeClr val="accent2"/>
              </a:buClr>
              <a:buSzPts val="1440"/>
              <a:buFont typeface="Noto Sans Symbols"/>
              <a:buNone/>
            </a:pPr>
            <a:r>
              <a:t/>
            </a:r>
            <a:endParaRPr b="0" i="0" sz="2400" u="none">
              <a:solidFill>
                <a:schemeClr val="dk1"/>
              </a:solidFill>
              <a:latin typeface="Times New Roman"/>
              <a:ea typeface="Times New Roman"/>
              <a:cs typeface="Times New Roman"/>
              <a:sym typeface="Times New Roman"/>
            </a:endParaRPr>
          </a:p>
          <a:p>
            <a:pPr indent="0" lvl="0" marL="0" marR="0" rtl="0" algn="just">
              <a:lnSpc>
                <a:spcPct val="100000"/>
              </a:lnSpc>
              <a:spcBef>
                <a:spcPts val="700"/>
              </a:spcBef>
              <a:spcAft>
                <a:spcPts val="0"/>
              </a:spcAft>
              <a:buClr>
                <a:schemeClr val="accent2"/>
              </a:buClr>
              <a:buSzPts val="1440"/>
              <a:buFont typeface="Noto Sans Symbols"/>
              <a:buNone/>
            </a:pPr>
            <a:r>
              <a:rPr b="0" i="0" lang="en-US" sz="2400" u="none">
                <a:solidFill>
                  <a:schemeClr val="dk1"/>
                </a:solidFill>
                <a:latin typeface="Times New Roman"/>
                <a:ea typeface="Times New Roman"/>
                <a:cs typeface="Times New Roman"/>
                <a:sym typeface="Times New Roman"/>
              </a:rPr>
              <a:t>Information Gain = entropy(parent) – [average entropy(children)]</a:t>
            </a:r>
            <a:endParaRPr/>
          </a:p>
        </p:txBody>
      </p:sp>
      <p:sp>
        <p:nvSpPr>
          <p:cNvPr id="245" name="Google Shape;245;p9"/>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246" name="Google Shape;246;p9"/>
          <p:cNvSpPr txBox="1"/>
          <p:nvPr/>
        </p:nvSpPr>
        <p:spPr>
          <a:xfrm>
            <a:off x="0" y="6477000"/>
            <a:ext cx="9144000" cy="381000"/>
          </a:xfrm>
          <a:prstGeom prst="rect">
            <a:avLst/>
          </a:prstGeom>
          <a:solidFill>
            <a:srgbClr val="F2F2F2"/>
          </a:solidFill>
          <a:ln cap="flat" cmpd="sng" w="425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7" name="Google Shape;247;p9"/>
          <p:cNvSpPr txBox="1"/>
          <p:nvPr/>
        </p:nvSpPr>
        <p:spPr>
          <a:xfrm>
            <a:off x="4114800" y="3055937"/>
            <a:ext cx="0" cy="2762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0"/>
          <p:cNvSpPr txBox="1"/>
          <p:nvPr>
            <p:ph type="title"/>
          </p:nvPr>
        </p:nvSpPr>
        <p:spPr>
          <a:xfrm>
            <a:off x="612775" y="228600"/>
            <a:ext cx="81534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Dataset</a:t>
            </a:r>
            <a:endParaRPr/>
          </a:p>
        </p:txBody>
      </p:sp>
      <p:pic>
        <p:nvPicPr>
          <p:cNvPr id="255" name="Google Shape;255;p10"/>
          <p:cNvPicPr preferRelativeResize="0"/>
          <p:nvPr>
            <p:ph idx="1" type="body"/>
          </p:nvPr>
        </p:nvPicPr>
        <p:blipFill rotWithShape="1">
          <a:blip r:embed="rId3">
            <a:alphaModFix/>
          </a:blip>
          <a:srcRect b="0" l="0" r="0" t="0"/>
          <a:stretch/>
        </p:blipFill>
        <p:spPr>
          <a:xfrm>
            <a:off x="381000" y="1516062"/>
            <a:ext cx="8229600" cy="5257800"/>
          </a:xfrm>
          <a:prstGeom prst="rect">
            <a:avLst/>
          </a:prstGeom>
          <a:noFill/>
          <a:ln>
            <a:noFill/>
          </a:ln>
        </p:spPr>
      </p:pic>
      <p:sp>
        <p:nvSpPr>
          <p:cNvPr id="256" name="Google Shape;256;p10"/>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257" name="Google Shape;257;p10"/>
          <p:cNvSpPr txBox="1"/>
          <p:nvPr/>
        </p:nvSpPr>
        <p:spPr>
          <a:xfrm>
            <a:off x="0" y="6477000"/>
            <a:ext cx="9144000" cy="381000"/>
          </a:xfrm>
          <a:prstGeom prst="rect">
            <a:avLst/>
          </a:prstGeom>
          <a:solidFill>
            <a:srgbClr val="F2F2F2"/>
          </a:solidFill>
          <a:ln cap="flat" cmpd="sng" w="425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58" name="Google Shape;258;p10"/>
          <p:cNvSpPr txBox="1"/>
          <p:nvPr/>
        </p:nvSpPr>
        <p:spPr>
          <a:xfrm>
            <a:off x="4114800" y="3055937"/>
            <a:ext cx="0" cy="2762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1"/>
          <p:cNvSpPr txBox="1"/>
          <p:nvPr>
            <p:ph type="title"/>
          </p:nvPr>
        </p:nvSpPr>
        <p:spPr>
          <a:xfrm>
            <a:off x="606425" y="119062"/>
            <a:ext cx="81534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Entropy Calculation for One Attribute </a:t>
            </a:r>
            <a:endParaRPr/>
          </a:p>
        </p:txBody>
      </p:sp>
      <p:sp>
        <p:nvSpPr>
          <p:cNvPr id="266" name="Google Shape;266;p11"/>
          <p:cNvSpPr txBox="1"/>
          <p:nvPr>
            <p:ph idx="1" type="body"/>
          </p:nvPr>
        </p:nvSpPr>
        <p:spPr>
          <a:xfrm>
            <a:off x="612775" y="1409700"/>
            <a:ext cx="8153400" cy="4686300"/>
          </a:xfrm>
          <a:prstGeom prst="rect">
            <a:avLst/>
          </a:prstGeom>
          <a:noFill/>
          <a:ln>
            <a:noFill/>
          </a:ln>
        </p:spPr>
        <p:txBody>
          <a:bodyPr anchorCtr="0" anchor="t" bIns="45700" lIns="91425" spcFirstLastPara="1" rIns="91425" wrap="square" tIns="45700">
            <a:noAutofit/>
          </a:bodyPr>
          <a:lstStyle/>
          <a:p>
            <a:pPr indent="-250507" lvl="0" marL="319087" marR="0" rtl="0" algn="just">
              <a:lnSpc>
                <a:spcPct val="100000"/>
              </a:lnSpc>
              <a:spcBef>
                <a:spcPts val="0"/>
              </a:spcBef>
              <a:spcAft>
                <a:spcPts val="0"/>
              </a:spcAft>
              <a:buClr>
                <a:schemeClr val="accent2"/>
              </a:buClr>
              <a:buSzPts val="1080"/>
              <a:buFont typeface="Noto Sans Symbols"/>
              <a:buNone/>
            </a:pPr>
            <a:r>
              <a:t/>
            </a:r>
            <a:endParaRPr b="0" i="0" sz="1800" u="none">
              <a:solidFill>
                <a:schemeClr val="dk1"/>
              </a:solidFill>
              <a:latin typeface="Times New Roman"/>
              <a:ea typeface="Times New Roman"/>
              <a:cs typeface="Times New Roman"/>
              <a:sym typeface="Times New Roman"/>
            </a:endParaRPr>
          </a:p>
          <a:p>
            <a:pPr indent="-319087" lvl="0" marL="319087" marR="0" rtl="0" algn="just">
              <a:lnSpc>
                <a:spcPct val="100000"/>
              </a:lnSpc>
              <a:spcBef>
                <a:spcPts val="700"/>
              </a:spcBef>
              <a:spcAft>
                <a:spcPts val="0"/>
              </a:spcAft>
              <a:buClr>
                <a:srgbClr val="00B0F0"/>
              </a:buClr>
              <a:buSzPts val="1440"/>
              <a:buFont typeface="Noto Sans Symbols"/>
              <a:buChar char="❑"/>
            </a:pPr>
            <a:r>
              <a:rPr b="0" i="0" lang="en-US" sz="2400" u="none">
                <a:solidFill>
                  <a:schemeClr val="dk1"/>
                </a:solidFill>
                <a:latin typeface="Times New Roman"/>
                <a:ea typeface="Times New Roman"/>
                <a:cs typeface="Times New Roman"/>
                <a:sym typeface="Times New Roman"/>
              </a:rPr>
              <a:t>Mathematically Entropy for one attribute is represented as:</a:t>
            </a:r>
            <a:endParaRPr/>
          </a:p>
        </p:txBody>
      </p:sp>
      <p:sp>
        <p:nvSpPr>
          <p:cNvPr id="267" name="Google Shape;267;p11"/>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268" name="Google Shape;268;p11"/>
          <p:cNvSpPr txBox="1"/>
          <p:nvPr/>
        </p:nvSpPr>
        <p:spPr>
          <a:xfrm>
            <a:off x="0" y="6400800"/>
            <a:ext cx="9144000" cy="457200"/>
          </a:xfrm>
          <a:prstGeom prst="rect">
            <a:avLst/>
          </a:prstGeom>
          <a:solidFill>
            <a:srgbClr val="F2F2F2"/>
          </a:solidFill>
          <a:ln cap="flat" cmpd="sng" w="425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69" name="Google Shape;269;p11"/>
          <p:cNvSpPr txBox="1"/>
          <p:nvPr/>
        </p:nvSpPr>
        <p:spPr>
          <a:xfrm>
            <a:off x="4114800" y="3055937"/>
            <a:ext cx="0" cy="27622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270" name="Google Shape;270;p11"/>
          <p:cNvPicPr preferRelativeResize="0"/>
          <p:nvPr/>
        </p:nvPicPr>
        <p:blipFill rotWithShape="1">
          <a:blip r:embed="rId3">
            <a:alphaModFix/>
          </a:blip>
          <a:srcRect b="0" l="0" r="0" t="0"/>
          <a:stretch/>
        </p:blipFill>
        <p:spPr>
          <a:xfrm>
            <a:off x="1295400" y="2362200"/>
            <a:ext cx="6629400" cy="39243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2"/>
          <p:cNvSpPr txBox="1"/>
          <p:nvPr>
            <p:ph type="title"/>
          </p:nvPr>
        </p:nvSpPr>
        <p:spPr>
          <a:xfrm>
            <a:off x="533400" y="127000"/>
            <a:ext cx="8531225"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000"/>
              <a:buFont typeface="Times New Roman"/>
              <a:buNone/>
            </a:pPr>
            <a:r>
              <a:rPr b="0" i="0" lang="en-US" sz="4000" u="none">
                <a:solidFill>
                  <a:schemeClr val="dk2"/>
                </a:solidFill>
                <a:latin typeface="Times New Roman"/>
                <a:ea typeface="Times New Roman"/>
                <a:cs typeface="Times New Roman"/>
                <a:sym typeface="Times New Roman"/>
              </a:rPr>
              <a:t>Entropy Calculation for Multiple Attribute </a:t>
            </a:r>
            <a:endParaRPr/>
          </a:p>
        </p:txBody>
      </p:sp>
      <p:sp>
        <p:nvSpPr>
          <p:cNvPr id="278" name="Google Shape;278;p12"/>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279" name="Google Shape;279;p12"/>
          <p:cNvSpPr txBox="1"/>
          <p:nvPr/>
        </p:nvSpPr>
        <p:spPr>
          <a:xfrm>
            <a:off x="2268537" y="3213100"/>
            <a:ext cx="935037"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Virginia</a:t>
            </a:r>
            <a:endParaRPr/>
          </a:p>
        </p:txBody>
      </p:sp>
      <p:sp>
        <p:nvSpPr>
          <p:cNvPr id="280" name="Google Shape;280;p12"/>
          <p:cNvSpPr txBox="1"/>
          <p:nvPr/>
        </p:nvSpPr>
        <p:spPr>
          <a:xfrm>
            <a:off x="1042987" y="3429000"/>
            <a:ext cx="115252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California</a:t>
            </a:r>
            <a:endParaRPr/>
          </a:p>
        </p:txBody>
      </p:sp>
      <p:sp>
        <p:nvSpPr>
          <p:cNvPr id="281" name="Google Shape;281;p12"/>
          <p:cNvSpPr txBox="1"/>
          <p:nvPr/>
        </p:nvSpPr>
        <p:spPr>
          <a:xfrm>
            <a:off x="3492500" y="2924175"/>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Ireland</a:t>
            </a:r>
            <a:endParaRPr/>
          </a:p>
        </p:txBody>
      </p:sp>
      <p:sp>
        <p:nvSpPr>
          <p:cNvPr id="282" name="Google Shape;282;p12"/>
          <p:cNvSpPr txBox="1"/>
          <p:nvPr/>
        </p:nvSpPr>
        <p:spPr>
          <a:xfrm>
            <a:off x="5940425" y="3933825"/>
            <a:ext cx="1008062"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H K/ Sing</a:t>
            </a:r>
            <a:endParaRPr/>
          </a:p>
        </p:txBody>
      </p:sp>
      <p:sp>
        <p:nvSpPr>
          <p:cNvPr id="283" name="Google Shape;283;p12"/>
          <p:cNvSpPr txBox="1"/>
          <p:nvPr/>
        </p:nvSpPr>
        <p:spPr>
          <a:xfrm>
            <a:off x="6732587" y="3284537"/>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Japan</a:t>
            </a:r>
            <a:endParaRPr/>
          </a:p>
        </p:txBody>
      </p:sp>
      <p:sp>
        <p:nvSpPr>
          <p:cNvPr id="284" name="Google Shape;284;p12"/>
          <p:cNvSpPr txBox="1"/>
          <p:nvPr>
            <p:ph idx="1" type="body"/>
          </p:nvPr>
        </p:nvSpPr>
        <p:spPr>
          <a:xfrm>
            <a:off x="533400" y="1539875"/>
            <a:ext cx="8153400" cy="4495800"/>
          </a:xfrm>
          <a:prstGeom prst="rect">
            <a:avLst/>
          </a:prstGeom>
          <a:noFill/>
          <a:ln>
            <a:noFill/>
          </a:ln>
        </p:spPr>
        <p:txBody>
          <a:bodyPr anchorCtr="0" anchor="t" bIns="45700" lIns="91425" spcFirstLastPara="1" rIns="91425" wrap="square" tIns="45700">
            <a:normAutofit/>
          </a:bodyPr>
          <a:lstStyle/>
          <a:p>
            <a:pPr indent="-319087" lvl="0" marL="319087" marR="0" rtl="0" algn="just">
              <a:lnSpc>
                <a:spcPct val="100000"/>
              </a:lnSpc>
              <a:spcBef>
                <a:spcPts val="0"/>
              </a:spcBef>
              <a:spcAft>
                <a:spcPts val="0"/>
              </a:spcAft>
              <a:buClr>
                <a:srgbClr val="00B0F0"/>
              </a:buClr>
              <a:buSzPts val="1440"/>
              <a:buFont typeface="Noto Sans Symbols"/>
              <a:buChar char="❑"/>
            </a:pPr>
            <a:r>
              <a:rPr b="0" i="0" lang="en-US" sz="2400" u="none">
                <a:solidFill>
                  <a:schemeClr val="dk1"/>
                </a:solidFill>
                <a:latin typeface="Times New Roman"/>
                <a:ea typeface="Times New Roman"/>
                <a:cs typeface="Times New Roman"/>
                <a:sym typeface="Times New Roman"/>
              </a:rPr>
              <a:t>Mathematically Entropy for multiple attributes is represented as:</a:t>
            </a:r>
            <a:endParaRPr/>
          </a:p>
          <a:p>
            <a:pPr indent="-227648" lvl="0" marL="319088" marR="0" rtl="0" algn="l">
              <a:spcBef>
                <a:spcPts val="700"/>
              </a:spcBef>
              <a:spcAft>
                <a:spcPts val="0"/>
              </a:spcAft>
              <a:buClr>
                <a:schemeClr val="accent2"/>
              </a:buClr>
              <a:buSzPts val="1440"/>
              <a:buFont typeface="Noto Sans Symbols"/>
              <a:buNone/>
            </a:pPr>
            <a:r>
              <a:t/>
            </a:r>
            <a:endParaRPr b="0" i="0" sz="2400" u="none">
              <a:solidFill>
                <a:schemeClr val="dk1"/>
              </a:solidFill>
              <a:latin typeface="Times New Roman"/>
              <a:ea typeface="Times New Roman"/>
              <a:cs typeface="Times New Roman"/>
              <a:sym typeface="Times New Roman"/>
            </a:endParaRPr>
          </a:p>
        </p:txBody>
      </p:sp>
      <p:pic>
        <p:nvPicPr>
          <p:cNvPr id="285" name="Google Shape;285;p12"/>
          <p:cNvPicPr preferRelativeResize="0"/>
          <p:nvPr/>
        </p:nvPicPr>
        <p:blipFill rotWithShape="1">
          <a:blip r:embed="rId3">
            <a:alphaModFix/>
          </a:blip>
          <a:srcRect b="0" l="0" r="0" t="0"/>
          <a:stretch/>
        </p:blipFill>
        <p:spPr>
          <a:xfrm>
            <a:off x="808037" y="2235200"/>
            <a:ext cx="7239000" cy="4495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2000"/>
                                        <p:tgtEl>
                                          <p:spTgt spid="280"/>
                                        </p:tgtEl>
                                      </p:cBhvr>
                                    </p:animEffect>
                                  </p:childTnLst>
                                </p:cTn>
                              </p:par>
                            </p:childTnLst>
                          </p:cTn>
                        </p:par>
                        <p:par>
                          <p:cTn fill="hold">
                            <p:stCondLst>
                              <p:cond delay="2000"/>
                            </p:stCondLst>
                            <p:childTnLst>
                              <p:par>
                                <p:cTn fill="hold" nodeType="afterEffect" presetClass="entr" presetID="10" presetSubtype="0">
                                  <p:stCondLst>
                                    <p:cond delay="500"/>
                                  </p:stCondLst>
                                  <p:childTnLst>
                                    <p:set>
                                      <p:cBhvr>
                                        <p:cTn dur="1" fill="hold">
                                          <p:stCondLst>
                                            <p:cond delay="0"/>
                                          </p:stCondLst>
                                        </p:cTn>
                                        <p:tgtEl>
                                          <p:spTgt spid="279"/>
                                        </p:tgtEl>
                                        <p:attrNameLst>
                                          <p:attrName>style.visibility</p:attrName>
                                        </p:attrNameLst>
                                      </p:cBhvr>
                                      <p:to>
                                        <p:strVal val="visible"/>
                                      </p:to>
                                    </p:set>
                                    <p:animEffect filter="fade" transition="in">
                                      <p:cBhvr>
                                        <p:cTn dur="2000"/>
                                        <p:tgtEl>
                                          <p:spTgt spid="279"/>
                                        </p:tgtEl>
                                      </p:cBhvr>
                                    </p:animEffect>
                                  </p:childTnLst>
                                </p:cTn>
                              </p:par>
                            </p:childTnLst>
                          </p:cTn>
                        </p:par>
                        <p:par>
                          <p:cTn fill="hold">
                            <p:stCondLst>
                              <p:cond delay="4000"/>
                            </p:stCondLst>
                            <p:childTnLst>
                              <p:par>
                                <p:cTn fill="hold" nodeType="afterEffect" presetClass="entr" presetID="10" presetSubtype="0">
                                  <p:stCondLst>
                                    <p:cond delay="500"/>
                                  </p:stCondLst>
                                  <p:childTnLst>
                                    <p:set>
                                      <p:cBhvr>
                                        <p:cTn dur="1" fill="hold">
                                          <p:stCondLst>
                                            <p:cond delay="0"/>
                                          </p:stCondLst>
                                        </p:cTn>
                                        <p:tgtEl>
                                          <p:spTgt spid="281"/>
                                        </p:tgtEl>
                                        <p:attrNameLst>
                                          <p:attrName>style.visibility</p:attrName>
                                        </p:attrNameLst>
                                      </p:cBhvr>
                                      <p:to>
                                        <p:strVal val="visible"/>
                                      </p:to>
                                    </p:set>
                                    <p:animEffect filter="fade" transition="in">
                                      <p:cBhvr>
                                        <p:cTn dur="2000"/>
                                        <p:tgtEl>
                                          <p:spTgt spid="281"/>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2000"/>
                                        <p:tgtEl>
                                          <p:spTgt spid="282"/>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2000"/>
                                        <p:tgtEl>
                                          <p:spTgt spid="2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13"/>
          <p:cNvSpPr txBox="1"/>
          <p:nvPr>
            <p:ph type="title"/>
          </p:nvPr>
        </p:nvSpPr>
        <p:spPr>
          <a:xfrm>
            <a:off x="612775" y="228600"/>
            <a:ext cx="8531225"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Information Gain (IG) </a:t>
            </a:r>
            <a:endParaRPr/>
          </a:p>
        </p:txBody>
      </p:sp>
      <p:sp>
        <p:nvSpPr>
          <p:cNvPr id="293" name="Google Shape;293;p13"/>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294" name="Google Shape;294;p13"/>
          <p:cNvSpPr txBox="1"/>
          <p:nvPr/>
        </p:nvSpPr>
        <p:spPr>
          <a:xfrm>
            <a:off x="2268537" y="3213100"/>
            <a:ext cx="935037"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Virginia</a:t>
            </a:r>
            <a:endParaRPr/>
          </a:p>
        </p:txBody>
      </p:sp>
      <p:sp>
        <p:nvSpPr>
          <p:cNvPr id="295" name="Google Shape;295;p13"/>
          <p:cNvSpPr txBox="1"/>
          <p:nvPr/>
        </p:nvSpPr>
        <p:spPr>
          <a:xfrm>
            <a:off x="1042987" y="3429000"/>
            <a:ext cx="115252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California</a:t>
            </a:r>
            <a:endParaRPr/>
          </a:p>
        </p:txBody>
      </p:sp>
      <p:sp>
        <p:nvSpPr>
          <p:cNvPr id="296" name="Google Shape;296;p13"/>
          <p:cNvSpPr txBox="1"/>
          <p:nvPr/>
        </p:nvSpPr>
        <p:spPr>
          <a:xfrm>
            <a:off x="3492500" y="2924175"/>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Ireland</a:t>
            </a:r>
            <a:endParaRPr/>
          </a:p>
        </p:txBody>
      </p:sp>
      <p:sp>
        <p:nvSpPr>
          <p:cNvPr id="297" name="Google Shape;297;p13"/>
          <p:cNvSpPr txBox="1"/>
          <p:nvPr/>
        </p:nvSpPr>
        <p:spPr>
          <a:xfrm>
            <a:off x="5940425" y="3933825"/>
            <a:ext cx="1008062"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H K/ Sing</a:t>
            </a:r>
            <a:endParaRPr/>
          </a:p>
        </p:txBody>
      </p:sp>
      <p:sp>
        <p:nvSpPr>
          <p:cNvPr id="298" name="Google Shape;298;p13"/>
          <p:cNvSpPr txBox="1"/>
          <p:nvPr/>
        </p:nvSpPr>
        <p:spPr>
          <a:xfrm>
            <a:off x="6732587" y="3284537"/>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Japan</a:t>
            </a:r>
            <a:endParaRPr/>
          </a:p>
        </p:txBody>
      </p:sp>
      <p:sp>
        <p:nvSpPr>
          <p:cNvPr id="299" name="Google Shape;299;p13"/>
          <p:cNvSpPr txBox="1"/>
          <p:nvPr>
            <p:ph idx="1" type="body"/>
          </p:nvPr>
        </p:nvSpPr>
        <p:spPr>
          <a:xfrm>
            <a:off x="533400" y="1539875"/>
            <a:ext cx="8153400" cy="5089525"/>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rgbClr val="00B0F0"/>
              </a:buClr>
              <a:buSzPts val="1440"/>
              <a:buFont typeface="Noto Sans Symbols"/>
              <a:buChar char="❑"/>
            </a:pPr>
            <a:r>
              <a:rPr b="0" i="0" lang="en-US" sz="2400" u="none">
                <a:solidFill>
                  <a:schemeClr val="dk1"/>
                </a:solidFill>
                <a:latin typeface="Times New Roman"/>
                <a:ea typeface="Times New Roman"/>
                <a:cs typeface="Times New Roman"/>
                <a:sym typeface="Times New Roman"/>
              </a:rPr>
              <a:t>We can define information gain as a measure of how much information a feature provides about a class. Information gain helps to determine the order of attributes in the nodes of a decision tree. </a:t>
            </a:r>
            <a:r>
              <a:rPr b="0" i="0" lang="en-US" sz="2400" u="none">
                <a:solidFill>
                  <a:srgbClr val="111111"/>
                </a:solidFill>
                <a:latin typeface="Times New Roman"/>
                <a:ea typeface="Times New Roman"/>
                <a:cs typeface="Times New Roman"/>
                <a:sym typeface="Times New Roman"/>
              </a:rPr>
              <a:t>Constructing a decision tree is all about finding an attribute that returns the highest information gain and the smallest entropy.</a:t>
            </a:r>
            <a:endParaRPr/>
          </a:p>
        </p:txBody>
      </p:sp>
      <p:pic>
        <p:nvPicPr>
          <p:cNvPr id="300" name="Google Shape;300;p13"/>
          <p:cNvPicPr preferRelativeResize="0"/>
          <p:nvPr/>
        </p:nvPicPr>
        <p:blipFill rotWithShape="1">
          <a:blip r:embed="rId3">
            <a:alphaModFix/>
          </a:blip>
          <a:srcRect b="0" l="0" r="0" t="0"/>
          <a:stretch/>
        </p:blipFill>
        <p:spPr>
          <a:xfrm>
            <a:off x="1371600" y="3933825"/>
            <a:ext cx="6705600" cy="27193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2000"/>
                                        <p:tgtEl>
                                          <p:spTgt spid="295"/>
                                        </p:tgtEl>
                                      </p:cBhvr>
                                    </p:animEffect>
                                  </p:childTnLst>
                                </p:cTn>
                              </p:par>
                            </p:childTnLst>
                          </p:cTn>
                        </p:par>
                        <p:par>
                          <p:cTn fill="hold">
                            <p:stCondLst>
                              <p:cond delay="2000"/>
                            </p:stCondLst>
                            <p:childTnLst>
                              <p:par>
                                <p:cTn fill="hold" nodeType="afterEffect" presetClass="entr" presetID="10" presetSubtype="0">
                                  <p:stCondLst>
                                    <p:cond delay="500"/>
                                  </p:stCondLst>
                                  <p:childTnLst>
                                    <p:set>
                                      <p:cBhvr>
                                        <p:cTn dur="1" fill="hold">
                                          <p:stCondLst>
                                            <p:cond delay="0"/>
                                          </p:stCondLst>
                                        </p:cTn>
                                        <p:tgtEl>
                                          <p:spTgt spid="294"/>
                                        </p:tgtEl>
                                        <p:attrNameLst>
                                          <p:attrName>style.visibility</p:attrName>
                                        </p:attrNameLst>
                                      </p:cBhvr>
                                      <p:to>
                                        <p:strVal val="visible"/>
                                      </p:to>
                                    </p:set>
                                    <p:animEffect filter="fade" transition="in">
                                      <p:cBhvr>
                                        <p:cTn dur="2000"/>
                                        <p:tgtEl>
                                          <p:spTgt spid="294"/>
                                        </p:tgtEl>
                                      </p:cBhvr>
                                    </p:animEffect>
                                  </p:childTnLst>
                                </p:cTn>
                              </p:par>
                            </p:childTnLst>
                          </p:cTn>
                        </p:par>
                        <p:par>
                          <p:cTn fill="hold">
                            <p:stCondLst>
                              <p:cond delay="4000"/>
                            </p:stCondLst>
                            <p:childTnLst>
                              <p:par>
                                <p:cTn fill="hold" nodeType="afterEffect" presetClass="entr" presetID="10" presetSubtype="0">
                                  <p:stCondLst>
                                    <p:cond delay="500"/>
                                  </p:stCondLst>
                                  <p:childTnLst>
                                    <p:set>
                                      <p:cBhvr>
                                        <p:cTn dur="1" fill="hold">
                                          <p:stCondLst>
                                            <p:cond delay="0"/>
                                          </p:stCondLst>
                                        </p:cTn>
                                        <p:tgtEl>
                                          <p:spTgt spid="296"/>
                                        </p:tgtEl>
                                        <p:attrNameLst>
                                          <p:attrName>style.visibility</p:attrName>
                                        </p:attrNameLst>
                                      </p:cBhvr>
                                      <p:to>
                                        <p:strVal val="visible"/>
                                      </p:to>
                                    </p:set>
                                    <p:animEffect filter="fade" transition="in">
                                      <p:cBhvr>
                                        <p:cTn dur="2000"/>
                                        <p:tgtEl>
                                          <p:spTgt spid="296"/>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2000"/>
                                        <p:tgtEl>
                                          <p:spTgt spid="297"/>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2000"/>
                                        <p:tgtEl>
                                          <p:spTgt spid="2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4"/>
          <p:cNvSpPr txBox="1"/>
          <p:nvPr>
            <p:ph type="title"/>
          </p:nvPr>
        </p:nvSpPr>
        <p:spPr>
          <a:xfrm>
            <a:off x="381000" y="228600"/>
            <a:ext cx="87630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Information Gain  Calculation</a:t>
            </a:r>
            <a:endParaRPr/>
          </a:p>
        </p:txBody>
      </p:sp>
      <p:sp>
        <p:nvSpPr>
          <p:cNvPr id="308" name="Google Shape;308;p14"/>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309" name="Google Shape;309;p14"/>
          <p:cNvSpPr txBox="1"/>
          <p:nvPr/>
        </p:nvSpPr>
        <p:spPr>
          <a:xfrm>
            <a:off x="2268537" y="3213100"/>
            <a:ext cx="935037"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Virginia</a:t>
            </a:r>
            <a:endParaRPr/>
          </a:p>
        </p:txBody>
      </p:sp>
      <p:sp>
        <p:nvSpPr>
          <p:cNvPr id="310" name="Google Shape;310;p14"/>
          <p:cNvSpPr txBox="1"/>
          <p:nvPr/>
        </p:nvSpPr>
        <p:spPr>
          <a:xfrm>
            <a:off x="1042987" y="3429000"/>
            <a:ext cx="115252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California</a:t>
            </a:r>
            <a:endParaRPr/>
          </a:p>
        </p:txBody>
      </p:sp>
      <p:sp>
        <p:nvSpPr>
          <p:cNvPr id="311" name="Google Shape;311;p14"/>
          <p:cNvSpPr txBox="1"/>
          <p:nvPr/>
        </p:nvSpPr>
        <p:spPr>
          <a:xfrm>
            <a:off x="3492500" y="2924175"/>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Ireland</a:t>
            </a:r>
            <a:endParaRPr/>
          </a:p>
        </p:txBody>
      </p:sp>
      <p:sp>
        <p:nvSpPr>
          <p:cNvPr id="312" name="Google Shape;312;p14"/>
          <p:cNvSpPr txBox="1"/>
          <p:nvPr/>
        </p:nvSpPr>
        <p:spPr>
          <a:xfrm>
            <a:off x="5940425" y="3933825"/>
            <a:ext cx="1008062"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H K/ Sing</a:t>
            </a:r>
            <a:endParaRPr/>
          </a:p>
        </p:txBody>
      </p:sp>
      <p:sp>
        <p:nvSpPr>
          <p:cNvPr id="313" name="Google Shape;313;p14"/>
          <p:cNvSpPr txBox="1"/>
          <p:nvPr/>
        </p:nvSpPr>
        <p:spPr>
          <a:xfrm>
            <a:off x="6732587" y="3284537"/>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Japan</a:t>
            </a:r>
            <a:endParaRPr/>
          </a:p>
        </p:txBody>
      </p:sp>
      <p:sp>
        <p:nvSpPr>
          <p:cNvPr id="314" name="Google Shape;314;p14"/>
          <p:cNvSpPr txBox="1"/>
          <p:nvPr>
            <p:ph idx="1" type="body"/>
          </p:nvPr>
        </p:nvSpPr>
        <p:spPr>
          <a:xfrm>
            <a:off x="533400" y="1539875"/>
            <a:ext cx="8153400" cy="4495800"/>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rgbClr val="00B0F0"/>
              </a:buClr>
              <a:buSzPts val="1680"/>
              <a:buFont typeface="Noto Sans Symbols"/>
              <a:buChar char="❑"/>
            </a:pPr>
            <a:r>
              <a:rPr b="0" i="0" lang="en-US" sz="2800" u="none">
                <a:solidFill>
                  <a:schemeClr val="dk1"/>
                </a:solidFill>
                <a:latin typeface="Times New Roman"/>
                <a:ea typeface="Times New Roman"/>
                <a:cs typeface="Times New Roman"/>
                <a:sym typeface="Times New Roman"/>
              </a:rPr>
              <a:t>Mathematically, IG is represented as:</a:t>
            </a:r>
            <a:endParaRPr/>
          </a:p>
          <a:p>
            <a:pPr indent="-212408" lvl="0" marL="319088" marR="0" rtl="0" algn="l">
              <a:spcBef>
                <a:spcPts val="700"/>
              </a:spcBef>
              <a:spcAft>
                <a:spcPts val="0"/>
              </a:spcAft>
              <a:buClr>
                <a:schemeClr val="accent2"/>
              </a:buClr>
              <a:buSzPts val="1680"/>
              <a:buFont typeface="Noto Sans Symbols"/>
              <a:buNone/>
            </a:pPr>
            <a:r>
              <a:t/>
            </a:r>
            <a:endParaRPr b="0" i="0" sz="2800" u="none">
              <a:solidFill>
                <a:schemeClr val="dk1"/>
              </a:solidFill>
              <a:latin typeface="Times New Roman"/>
              <a:ea typeface="Times New Roman"/>
              <a:cs typeface="Times New Roman"/>
              <a:sym typeface="Times New Roman"/>
            </a:endParaRPr>
          </a:p>
        </p:txBody>
      </p:sp>
      <p:pic>
        <p:nvPicPr>
          <p:cNvPr id="315" name="Google Shape;315;p14"/>
          <p:cNvPicPr preferRelativeResize="0"/>
          <p:nvPr/>
        </p:nvPicPr>
        <p:blipFill rotWithShape="1">
          <a:blip r:embed="rId3">
            <a:alphaModFix/>
          </a:blip>
          <a:srcRect b="0" l="0" r="0" t="0"/>
          <a:stretch/>
        </p:blipFill>
        <p:spPr>
          <a:xfrm>
            <a:off x="1042987" y="2286000"/>
            <a:ext cx="7058025" cy="4495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0"/>
                                        </p:tgtEl>
                                        <p:attrNameLst>
                                          <p:attrName>style.visibility</p:attrName>
                                        </p:attrNameLst>
                                      </p:cBhvr>
                                      <p:to>
                                        <p:strVal val="visible"/>
                                      </p:to>
                                    </p:set>
                                    <p:animEffect filter="fade" transition="in">
                                      <p:cBhvr>
                                        <p:cTn dur="2000"/>
                                        <p:tgtEl>
                                          <p:spTgt spid="310"/>
                                        </p:tgtEl>
                                      </p:cBhvr>
                                    </p:animEffect>
                                  </p:childTnLst>
                                </p:cTn>
                              </p:par>
                            </p:childTnLst>
                          </p:cTn>
                        </p:par>
                        <p:par>
                          <p:cTn fill="hold">
                            <p:stCondLst>
                              <p:cond delay="2000"/>
                            </p:stCondLst>
                            <p:childTnLst>
                              <p:par>
                                <p:cTn fill="hold" nodeType="afterEffect" presetClass="entr" presetID="10" presetSubtype="0">
                                  <p:stCondLst>
                                    <p:cond delay="500"/>
                                  </p:stCondLst>
                                  <p:childTnLst>
                                    <p:set>
                                      <p:cBhvr>
                                        <p:cTn dur="1" fill="hold">
                                          <p:stCondLst>
                                            <p:cond delay="0"/>
                                          </p:stCondLst>
                                        </p:cTn>
                                        <p:tgtEl>
                                          <p:spTgt spid="309"/>
                                        </p:tgtEl>
                                        <p:attrNameLst>
                                          <p:attrName>style.visibility</p:attrName>
                                        </p:attrNameLst>
                                      </p:cBhvr>
                                      <p:to>
                                        <p:strVal val="visible"/>
                                      </p:to>
                                    </p:set>
                                    <p:animEffect filter="fade" transition="in">
                                      <p:cBhvr>
                                        <p:cTn dur="2000"/>
                                        <p:tgtEl>
                                          <p:spTgt spid="309"/>
                                        </p:tgtEl>
                                      </p:cBhvr>
                                    </p:animEffect>
                                  </p:childTnLst>
                                </p:cTn>
                              </p:par>
                            </p:childTnLst>
                          </p:cTn>
                        </p:par>
                        <p:par>
                          <p:cTn fill="hold">
                            <p:stCondLst>
                              <p:cond delay="4000"/>
                            </p:stCondLst>
                            <p:childTnLst>
                              <p:par>
                                <p:cTn fill="hold" nodeType="afterEffect" presetClass="entr" presetID="10" presetSubtype="0">
                                  <p:stCondLst>
                                    <p:cond delay="500"/>
                                  </p:stCondLst>
                                  <p:childTnLst>
                                    <p:set>
                                      <p:cBhvr>
                                        <p:cTn dur="1" fill="hold">
                                          <p:stCondLst>
                                            <p:cond delay="0"/>
                                          </p:stCondLst>
                                        </p:cTn>
                                        <p:tgtEl>
                                          <p:spTgt spid="311"/>
                                        </p:tgtEl>
                                        <p:attrNameLst>
                                          <p:attrName>style.visibility</p:attrName>
                                        </p:attrNameLst>
                                      </p:cBhvr>
                                      <p:to>
                                        <p:strVal val="visible"/>
                                      </p:to>
                                    </p:set>
                                    <p:animEffect filter="fade" transition="in">
                                      <p:cBhvr>
                                        <p:cTn dur="2000"/>
                                        <p:tgtEl>
                                          <p:spTgt spid="311"/>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312"/>
                                        </p:tgtEl>
                                        <p:attrNameLst>
                                          <p:attrName>style.visibility</p:attrName>
                                        </p:attrNameLst>
                                      </p:cBhvr>
                                      <p:to>
                                        <p:strVal val="visible"/>
                                      </p:to>
                                    </p:set>
                                    <p:animEffect filter="fade" transition="in">
                                      <p:cBhvr>
                                        <p:cTn dur="2000"/>
                                        <p:tgtEl>
                                          <p:spTgt spid="312"/>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313"/>
                                        </p:tgtEl>
                                        <p:attrNameLst>
                                          <p:attrName>style.visibility</p:attrName>
                                        </p:attrNameLst>
                                      </p:cBhvr>
                                      <p:to>
                                        <p:strVal val="visible"/>
                                      </p:to>
                                    </p:set>
                                    <p:animEffect filter="fade" transition="in">
                                      <p:cBhvr>
                                        <p:cTn dur="2000"/>
                                        <p:tgtEl>
                                          <p:spTgt spid="3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15"/>
          <p:cNvSpPr txBox="1"/>
          <p:nvPr>
            <p:ph type="title"/>
          </p:nvPr>
        </p:nvSpPr>
        <p:spPr>
          <a:xfrm>
            <a:off x="381000" y="228600"/>
            <a:ext cx="87630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Drawing Decision Tree</a:t>
            </a:r>
            <a:endParaRPr/>
          </a:p>
        </p:txBody>
      </p:sp>
      <p:sp>
        <p:nvSpPr>
          <p:cNvPr id="323" name="Google Shape;323;p15"/>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324" name="Google Shape;324;p15"/>
          <p:cNvSpPr txBox="1"/>
          <p:nvPr/>
        </p:nvSpPr>
        <p:spPr>
          <a:xfrm>
            <a:off x="2268537" y="3213100"/>
            <a:ext cx="935037"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Virginia</a:t>
            </a:r>
            <a:endParaRPr/>
          </a:p>
        </p:txBody>
      </p:sp>
      <p:sp>
        <p:nvSpPr>
          <p:cNvPr id="325" name="Google Shape;325;p15"/>
          <p:cNvSpPr txBox="1"/>
          <p:nvPr/>
        </p:nvSpPr>
        <p:spPr>
          <a:xfrm>
            <a:off x="1042987" y="3429000"/>
            <a:ext cx="115252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California</a:t>
            </a:r>
            <a:endParaRPr/>
          </a:p>
        </p:txBody>
      </p:sp>
      <p:sp>
        <p:nvSpPr>
          <p:cNvPr id="326" name="Google Shape;326;p15"/>
          <p:cNvSpPr txBox="1"/>
          <p:nvPr/>
        </p:nvSpPr>
        <p:spPr>
          <a:xfrm>
            <a:off x="3492500" y="2924175"/>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Ireland</a:t>
            </a:r>
            <a:endParaRPr/>
          </a:p>
        </p:txBody>
      </p:sp>
      <p:sp>
        <p:nvSpPr>
          <p:cNvPr id="327" name="Google Shape;327;p15"/>
          <p:cNvSpPr txBox="1"/>
          <p:nvPr/>
        </p:nvSpPr>
        <p:spPr>
          <a:xfrm>
            <a:off x="5940425" y="3933825"/>
            <a:ext cx="1008062"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H K/ Sing</a:t>
            </a:r>
            <a:endParaRPr/>
          </a:p>
        </p:txBody>
      </p:sp>
      <p:sp>
        <p:nvSpPr>
          <p:cNvPr id="328" name="Google Shape;328;p15"/>
          <p:cNvSpPr txBox="1"/>
          <p:nvPr/>
        </p:nvSpPr>
        <p:spPr>
          <a:xfrm>
            <a:off x="6732587" y="3284537"/>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Japan</a:t>
            </a:r>
            <a:endParaRPr/>
          </a:p>
        </p:txBody>
      </p:sp>
      <p:pic>
        <p:nvPicPr>
          <p:cNvPr id="329" name="Google Shape;329;p15"/>
          <p:cNvPicPr preferRelativeResize="0"/>
          <p:nvPr>
            <p:ph idx="1" type="body"/>
          </p:nvPr>
        </p:nvPicPr>
        <p:blipFill rotWithShape="1">
          <a:blip r:embed="rId3">
            <a:alphaModFix/>
          </a:blip>
          <a:srcRect b="0" l="0" r="0" t="0"/>
          <a:stretch/>
        </p:blipFill>
        <p:spPr>
          <a:xfrm>
            <a:off x="0" y="1544637"/>
            <a:ext cx="9067800" cy="50085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2000"/>
                                        <p:tgtEl>
                                          <p:spTgt spid="325"/>
                                        </p:tgtEl>
                                      </p:cBhvr>
                                    </p:animEffect>
                                  </p:childTnLst>
                                </p:cTn>
                              </p:par>
                            </p:childTnLst>
                          </p:cTn>
                        </p:par>
                        <p:par>
                          <p:cTn fill="hold">
                            <p:stCondLst>
                              <p:cond delay="2000"/>
                            </p:stCondLst>
                            <p:childTnLst>
                              <p:par>
                                <p:cTn fill="hold" nodeType="afterEffect" presetClass="entr" presetID="10" presetSubtype="0">
                                  <p:stCondLst>
                                    <p:cond delay="500"/>
                                  </p:stCondLst>
                                  <p:childTnLst>
                                    <p:set>
                                      <p:cBhvr>
                                        <p:cTn dur="1" fill="hold">
                                          <p:stCondLst>
                                            <p:cond delay="0"/>
                                          </p:stCondLst>
                                        </p:cTn>
                                        <p:tgtEl>
                                          <p:spTgt spid="324"/>
                                        </p:tgtEl>
                                        <p:attrNameLst>
                                          <p:attrName>style.visibility</p:attrName>
                                        </p:attrNameLst>
                                      </p:cBhvr>
                                      <p:to>
                                        <p:strVal val="visible"/>
                                      </p:to>
                                    </p:set>
                                    <p:animEffect filter="fade" transition="in">
                                      <p:cBhvr>
                                        <p:cTn dur="2000"/>
                                        <p:tgtEl>
                                          <p:spTgt spid="324"/>
                                        </p:tgtEl>
                                      </p:cBhvr>
                                    </p:animEffect>
                                  </p:childTnLst>
                                </p:cTn>
                              </p:par>
                            </p:childTnLst>
                          </p:cTn>
                        </p:par>
                        <p:par>
                          <p:cTn fill="hold">
                            <p:stCondLst>
                              <p:cond delay="4000"/>
                            </p:stCondLst>
                            <p:childTnLst>
                              <p:par>
                                <p:cTn fill="hold" nodeType="afterEffect" presetClass="entr" presetID="10" presetSubtype="0">
                                  <p:stCondLst>
                                    <p:cond delay="500"/>
                                  </p:stCondLst>
                                  <p:childTnLst>
                                    <p:set>
                                      <p:cBhvr>
                                        <p:cTn dur="1" fill="hold">
                                          <p:stCondLst>
                                            <p:cond delay="0"/>
                                          </p:stCondLst>
                                        </p:cTn>
                                        <p:tgtEl>
                                          <p:spTgt spid="326"/>
                                        </p:tgtEl>
                                        <p:attrNameLst>
                                          <p:attrName>style.visibility</p:attrName>
                                        </p:attrNameLst>
                                      </p:cBhvr>
                                      <p:to>
                                        <p:strVal val="visible"/>
                                      </p:to>
                                    </p:set>
                                    <p:animEffect filter="fade" transition="in">
                                      <p:cBhvr>
                                        <p:cTn dur="2000"/>
                                        <p:tgtEl>
                                          <p:spTgt spid="326"/>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327"/>
                                        </p:tgtEl>
                                        <p:attrNameLst>
                                          <p:attrName>style.visibility</p:attrName>
                                        </p:attrNameLst>
                                      </p:cBhvr>
                                      <p:to>
                                        <p:strVal val="visible"/>
                                      </p:to>
                                    </p:set>
                                    <p:animEffect filter="fade" transition="in">
                                      <p:cBhvr>
                                        <p:cTn dur="2000"/>
                                        <p:tgtEl>
                                          <p:spTgt spid="327"/>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328"/>
                                        </p:tgtEl>
                                        <p:attrNameLst>
                                          <p:attrName>style.visibility</p:attrName>
                                        </p:attrNameLst>
                                      </p:cBhvr>
                                      <p:to>
                                        <p:strVal val="visible"/>
                                      </p:to>
                                    </p:set>
                                    <p:animEffect filter="fade" transition="in">
                                      <p:cBhvr>
                                        <p:cTn dur="2000"/>
                                        <p:tgtEl>
                                          <p:spTgt spid="3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16"/>
          <p:cNvSpPr txBox="1"/>
          <p:nvPr>
            <p:ph type="title"/>
          </p:nvPr>
        </p:nvSpPr>
        <p:spPr>
          <a:xfrm>
            <a:off x="381000" y="228600"/>
            <a:ext cx="87630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Drawing Decision Tree (cont.)</a:t>
            </a:r>
            <a:endParaRPr/>
          </a:p>
        </p:txBody>
      </p:sp>
      <p:sp>
        <p:nvSpPr>
          <p:cNvPr id="337" name="Google Shape;337;p16"/>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338" name="Google Shape;338;p16"/>
          <p:cNvSpPr txBox="1"/>
          <p:nvPr/>
        </p:nvSpPr>
        <p:spPr>
          <a:xfrm>
            <a:off x="2268537" y="3213100"/>
            <a:ext cx="935037"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Virginia</a:t>
            </a:r>
            <a:endParaRPr/>
          </a:p>
        </p:txBody>
      </p:sp>
      <p:sp>
        <p:nvSpPr>
          <p:cNvPr id="339" name="Google Shape;339;p16"/>
          <p:cNvSpPr txBox="1"/>
          <p:nvPr/>
        </p:nvSpPr>
        <p:spPr>
          <a:xfrm>
            <a:off x="1042987" y="3429000"/>
            <a:ext cx="115252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California</a:t>
            </a:r>
            <a:endParaRPr/>
          </a:p>
        </p:txBody>
      </p:sp>
      <p:sp>
        <p:nvSpPr>
          <p:cNvPr id="340" name="Google Shape;340;p16"/>
          <p:cNvSpPr txBox="1"/>
          <p:nvPr/>
        </p:nvSpPr>
        <p:spPr>
          <a:xfrm>
            <a:off x="3492500" y="2924175"/>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Ireland</a:t>
            </a:r>
            <a:endParaRPr/>
          </a:p>
        </p:txBody>
      </p:sp>
      <p:sp>
        <p:nvSpPr>
          <p:cNvPr id="341" name="Google Shape;341;p16"/>
          <p:cNvSpPr txBox="1"/>
          <p:nvPr/>
        </p:nvSpPr>
        <p:spPr>
          <a:xfrm>
            <a:off x="5940425" y="3933825"/>
            <a:ext cx="1008062"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H K/ Sing</a:t>
            </a:r>
            <a:endParaRPr/>
          </a:p>
        </p:txBody>
      </p:sp>
      <p:sp>
        <p:nvSpPr>
          <p:cNvPr id="342" name="Google Shape;342;p16"/>
          <p:cNvSpPr txBox="1"/>
          <p:nvPr/>
        </p:nvSpPr>
        <p:spPr>
          <a:xfrm>
            <a:off x="6732587" y="3284537"/>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Japan</a:t>
            </a:r>
            <a:endParaRPr/>
          </a:p>
        </p:txBody>
      </p:sp>
      <p:sp>
        <p:nvSpPr>
          <p:cNvPr id="343" name="Google Shape;343;p16"/>
          <p:cNvSpPr txBox="1"/>
          <p:nvPr>
            <p:ph idx="1" type="body"/>
          </p:nvPr>
        </p:nvSpPr>
        <p:spPr>
          <a:xfrm>
            <a:off x="612775" y="1600200"/>
            <a:ext cx="8153400" cy="4495800"/>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chemeClr val="accent2"/>
              </a:buClr>
              <a:buSzPts val="1680"/>
              <a:buFont typeface="Noto Sans Symbols"/>
              <a:buChar char="◻"/>
            </a:pPr>
            <a:r>
              <a:rPr b="0" i="0" lang="en-US" sz="2800" u="none">
                <a:solidFill>
                  <a:schemeClr val="dk1"/>
                </a:solidFill>
                <a:latin typeface="Times New Roman"/>
                <a:ea typeface="Times New Roman"/>
                <a:cs typeface="Times New Roman"/>
                <a:sym typeface="Times New Roman"/>
              </a:rPr>
              <a:t>Now select the feature having the largest Information gain. Here it is Outlook. So it forms the first node(root node) of our decision tree</a:t>
            </a:r>
            <a:r>
              <a:rPr b="0" i="0" lang="en-US" sz="2900" u="none">
                <a:solidFill>
                  <a:schemeClr val="dk1"/>
                </a:solidFill>
                <a:latin typeface="Times New Roman"/>
                <a:ea typeface="Times New Roman"/>
                <a:cs typeface="Times New Roman"/>
                <a:sym typeface="Times New Roman"/>
              </a:rPr>
              <a:t>.</a:t>
            </a:r>
            <a:endParaRPr/>
          </a:p>
          <a:p>
            <a:pPr indent="-208597" lvl="0" marL="319087" marR="0" rtl="0" algn="just">
              <a:lnSpc>
                <a:spcPct val="100000"/>
              </a:lnSpc>
              <a:spcBef>
                <a:spcPts val="700"/>
              </a:spcBef>
              <a:spcAft>
                <a:spcPts val="0"/>
              </a:spcAft>
              <a:buClr>
                <a:schemeClr val="accent2"/>
              </a:buClr>
              <a:buSzPts val="1740"/>
              <a:buFont typeface="Noto Sans Symbols"/>
              <a:buNone/>
            </a:pPr>
            <a:r>
              <a:t/>
            </a:r>
            <a:endParaRPr b="0" i="0" sz="2900" u="none">
              <a:solidFill>
                <a:schemeClr val="dk1"/>
              </a:solidFill>
              <a:latin typeface="Times New Roman"/>
              <a:ea typeface="Times New Roman"/>
              <a:cs typeface="Times New Roman"/>
              <a:sym typeface="Times New Roman"/>
            </a:endParaRPr>
          </a:p>
          <a:p>
            <a:pPr indent="-208598" lvl="0" marL="319088" marR="0" rtl="0" algn="l">
              <a:spcBef>
                <a:spcPts val="700"/>
              </a:spcBef>
              <a:spcAft>
                <a:spcPts val="0"/>
              </a:spcAft>
              <a:buClr>
                <a:schemeClr val="accent2"/>
              </a:buClr>
              <a:buSzPts val="1740"/>
              <a:buFont typeface="Noto Sans Symbols"/>
              <a:buNone/>
            </a:pPr>
            <a:r>
              <a:t/>
            </a:r>
            <a:endParaRPr b="0" i="0" sz="2900" u="none">
              <a:solidFill>
                <a:schemeClr val="dk1"/>
              </a:solidFill>
              <a:latin typeface="Times New Roman"/>
              <a:ea typeface="Times New Roman"/>
              <a:cs typeface="Times New Roman"/>
              <a:sym typeface="Times New Roman"/>
            </a:endParaRPr>
          </a:p>
        </p:txBody>
      </p:sp>
      <p:pic>
        <p:nvPicPr>
          <p:cNvPr id="344" name="Google Shape;344;p16"/>
          <p:cNvPicPr preferRelativeResize="0"/>
          <p:nvPr/>
        </p:nvPicPr>
        <p:blipFill rotWithShape="1">
          <a:blip r:embed="rId3">
            <a:alphaModFix/>
          </a:blip>
          <a:srcRect b="0" l="0" r="0" t="0"/>
          <a:stretch/>
        </p:blipFill>
        <p:spPr>
          <a:xfrm>
            <a:off x="1062037" y="3263900"/>
            <a:ext cx="6380162" cy="298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2000"/>
                                        <p:tgtEl>
                                          <p:spTgt spid="339"/>
                                        </p:tgtEl>
                                      </p:cBhvr>
                                    </p:animEffect>
                                  </p:childTnLst>
                                </p:cTn>
                              </p:par>
                            </p:childTnLst>
                          </p:cTn>
                        </p:par>
                        <p:par>
                          <p:cTn fill="hold">
                            <p:stCondLst>
                              <p:cond delay="2000"/>
                            </p:stCondLst>
                            <p:childTnLst>
                              <p:par>
                                <p:cTn fill="hold" nodeType="afterEffect" presetClass="entr" presetID="10" presetSubtype="0">
                                  <p:stCondLst>
                                    <p:cond delay="500"/>
                                  </p:stCondLst>
                                  <p:childTnLst>
                                    <p:set>
                                      <p:cBhvr>
                                        <p:cTn dur="1" fill="hold">
                                          <p:stCondLst>
                                            <p:cond delay="0"/>
                                          </p:stCondLst>
                                        </p:cTn>
                                        <p:tgtEl>
                                          <p:spTgt spid="338"/>
                                        </p:tgtEl>
                                        <p:attrNameLst>
                                          <p:attrName>style.visibility</p:attrName>
                                        </p:attrNameLst>
                                      </p:cBhvr>
                                      <p:to>
                                        <p:strVal val="visible"/>
                                      </p:to>
                                    </p:set>
                                    <p:animEffect filter="fade" transition="in">
                                      <p:cBhvr>
                                        <p:cTn dur="2000"/>
                                        <p:tgtEl>
                                          <p:spTgt spid="338"/>
                                        </p:tgtEl>
                                      </p:cBhvr>
                                    </p:animEffect>
                                  </p:childTnLst>
                                </p:cTn>
                              </p:par>
                            </p:childTnLst>
                          </p:cTn>
                        </p:par>
                        <p:par>
                          <p:cTn fill="hold">
                            <p:stCondLst>
                              <p:cond delay="4000"/>
                            </p:stCondLst>
                            <p:childTnLst>
                              <p:par>
                                <p:cTn fill="hold" nodeType="afterEffect" presetClass="entr" presetID="10" presetSubtype="0">
                                  <p:stCondLst>
                                    <p:cond delay="500"/>
                                  </p:stCondLst>
                                  <p:childTnLst>
                                    <p:set>
                                      <p:cBhvr>
                                        <p:cTn dur="1" fill="hold">
                                          <p:stCondLst>
                                            <p:cond delay="0"/>
                                          </p:stCondLst>
                                        </p:cTn>
                                        <p:tgtEl>
                                          <p:spTgt spid="340"/>
                                        </p:tgtEl>
                                        <p:attrNameLst>
                                          <p:attrName>style.visibility</p:attrName>
                                        </p:attrNameLst>
                                      </p:cBhvr>
                                      <p:to>
                                        <p:strVal val="visible"/>
                                      </p:to>
                                    </p:set>
                                    <p:animEffect filter="fade" transition="in">
                                      <p:cBhvr>
                                        <p:cTn dur="2000"/>
                                        <p:tgtEl>
                                          <p:spTgt spid="340"/>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341"/>
                                        </p:tgtEl>
                                        <p:attrNameLst>
                                          <p:attrName>style.visibility</p:attrName>
                                        </p:attrNameLst>
                                      </p:cBhvr>
                                      <p:to>
                                        <p:strVal val="visible"/>
                                      </p:to>
                                    </p:set>
                                    <p:animEffect filter="fade" transition="in">
                                      <p:cBhvr>
                                        <p:cTn dur="2000"/>
                                        <p:tgtEl>
                                          <p:spTgt spid="341"/>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2000"/>
                                        <p:tgtEl>
                                          <p:spTgt spid="3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17"/>
          <p:cNvSpPr txBox="1"/>
          <p:nvPr>
            <p:ph type="title"/>
          </p:nvPr>
        </p:nvSpPr>
        <p:spPr>
          <a:xfrm>
            <a:off x="381000" y="228600"/>
            <a:ext cx="87630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Drawing Decision Tree (cont.)</a:t>
            </a:r>
            <a:endParaRPr/>
          </a:p>
        </p:txBody>
      </p:sp>
      <p:sp>
        <p:nvSpPr>
          <p:cNvPr id="352" name="Google Shape;352;p17"/>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353" name="Google Shape;353;p17"/>
          <p:cNvSpPr txBox="1"/>
          <p:nvPr/>
        </p:nvSpPr>
        <p:spPr>
          <a:xfrm>
            <a:off x="2268537" y="3213100"/>
            <a:ext cx="935037"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Virginia</a:t>
            </a:r>
            <a:endParaRPr/>
          </a:p>
        </p:txBody>
      </p:sp>
      <p:sp>
        <p:nvSpPr>
          <p:cNvPr id="354" name="Google Shape;354;p17"/>
          <p:cNvSpPr txBox="1"/>
          <p:nvPr/>
        </p:nvSpPr>
        <p:spPr>
          <a:xfrm>
            <a:off x="1042987" y="3429000"/>
            <a:ext cx="115252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California</a:t>
            </a:r>
            <a:endParaRPr/>
          </a:p>
        </p:txBody>
      </p:sp>
      <p:sp>
        <p:nvSpPr>
          <p:cNvPr id="355" name="Google Shape;355;p17"/>
          <p:cNvSpPr txBox="1"/>
          <p:nvPr/>
        </p:nvSpPr>
        <p:spPr>
          <a:xfrm>
            <a:off x="3492500" y="2924175"/>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Ireland</a:t>
            </a:r>
            <a:endParaRPr/>
          </a:p>
        </p:txBody>
      </p:sp>
      <p:sp>
        <p:nvSpPr>
          <p:cNvPr id="356" name="Google Shape;356;p17"/>
          <p:cNvSpPr txBox="1"/>
          <p:nvPr/>
        </p:nvSpPr>
        <p:spPr>
          <a:xfrm>
            <a:off x="5940425" y="3933825"/>
            <a:ext cx="1008062"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H K/ Sing</a:t>
            </a:r>
            <a:endParaRPr/>
          </a:p>
        </p:txBody>
      </p:sp>
      <p:sp>
        <p:nvSpPr>
          <p:cNvPr id="357" name="Google Shape;357;p17"/>
          <p:cNvSpPr txBox="1"/>
          <p:nvPr/>
        </p:nvSpPr>
        <p:spPr>
          <a:xfrm>
            <a:off x="6732587" y="3284537"/>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Japan</a:t>
            </a:r>
            <a:endParaRPr/>
          </a:p>
        </p:txBody>
      </p:sp>
      <p:pic>
        <p:nvPicPr>
          <p:cNvPr id="358" name="Google Shape;358;p17"/>
          <p:cNvPicPr preferRelativeResize="0"/>
          <p:nvPr>
            <p:ph idx="1" type="body"/>
          </p:nvPr>
        </p:nvPicPr>
        <p:blipFill rotWithShape="1">
          <a:blip r:embed="rId3">
            <a:alphaModFix/>
          </a:blip>
          <a:srcRect b="0" l="0" r="0" t="0"/>
          <a:stretch/>
        </p:blipFill>
        <p:spPr>
          <a:xfrm>
            <a:off x="1081087" y="2208212"/>
            <a:ext cx="7300912" cy="1473200"/>
          </a:xfrm>
          <a:prstGeom prst="rect">
            <a:avLst/>
          </a:prstGeom>
          <a:noFill/>
          <a:ln>
            <a:noFill/>
          </a:ln>
        </p:spPr>
      </p:pic>
      <p:pic>
        <p:nvPicPr>
          <p:cNvPr id="359" name="Google Shape;359;p17"/>
          <p:cNvPicPr preferRelativeResize="0"/>
          <p:nvPr/>
        </p:nvPicPr>
        <p:blipFill rotWithShape="1">
          <a:blip r:embed="rId4">
            <a:alphaModFix/>
          </a:blip>
          <a:srcRect b="0" l="0" r="0" t="0"/>
          <a:stretch/>
        </p:blipFill>
        <p:spPr>
          <a:xfrm>
            <a:off x="1081087" y="3736975"/>
            <a:ext cx="7377112" cy="1355725"/>
          </a:xfrm>
          <a:prstGeom prst="rect">
            <a:avLst/>
          </a:prstGeom>
          <a:noFill/>
          <a:ln>
            <a:noFill/>
          </a:ln>
        </p:spPr>
      </p:pic>
      <p:pic>
        <p:nvPicPr>
          <p:cNvPr id="360" name="Google Shape;360;p17"/>
          <p:cNvPicPr preferRelativeResize="0"/>
          <p:nvPr/>
        </p:nvPicPr>
        <p:blipFill rotWithShape="1">
          <a:blip r:embed="rId5">
            <a:alphaModFix/>
          </a:blip>
          <a:srcRect b="0" l="0" r="0" t="0"/>
          <a:stretch/>
        </p:blipFill>
        <p:spPr>
          <a:xfrm>
            <a:off x="1042987" y="5140325"/>
            <a:ext cx="7453312" cy="1517650"/>
          </a:xfrm>
          <a:prstGeom prst="rect">
            <a:avLst/>
          </a:prstGeom>
          <a:noFill/>
          <a:ln>
            <a:noFill/>
          </a:ln>
        </p:spPr>
      </p:pic>
      <p:sp>
        <p:nvSpPr>
          <p:cNvPr id="361" name="Google Shape;361;p17"/>
          <p:cNvSpPr txBox="1"/>
          <p:nvPr/>
        </p:nvSpPr>
        <p:spPr>
          <a:xfrm>
            <a:off x="1081087" y="1635125"/>
            <a:ext cx="4633912"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Now our data look as follows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
                                        </p:tgtEl>
                                        <p:attrNameLst>
                                          <p:attrName>style.visibility</p:attrName>
                                        </p:attrNameLst>
                                      </p:cBhvr>
                                      <p:to>
                                        <p:strVal val="visible"/>
                                      </p:to>
                                    </p:set>
                                    <p:animEffect filter="fade" transition="in">
                                      <p:cBhvr>
                                        <p:cTn dur="2000"/>
                                        <p:tgtEl>
                                          <p:spTgt spid="354"/>
                                        </p:tgtEl>
                                      </p:cBhvr>
                                    </p:animEffect>
                                  </p:childTnLst>
                                </p:cTn>
                              </p:par>
                            </p:childTnLst>
                          </p:cTn>
                        </p:par>
                        <p:par>
                          <p:cTn fill="hold">
                            <p:stCondLst>
                              <p:cond delay="2000"/>
                            </p:stCondLst>
                            <p:childTnLst>
                              <p:par>
                                <p:cTn fill="hold" nodeType="afterEffect" presetClass="entr" presetID="10" presetSubtype="0">
                                  <p:stCondLst>
                                    <p:cond delay="500"/>
                                  </p:stCondLst>
                                  <p:childTnLst>
                                    <p:set>
                                      <p:cBhvr>
                                        <p:cTn dur="1" fill="hold">
                                          <p:stCondLst>
                                            <p:cond delay="0"/>
                                          </p:stCondLst>
                                        </p:cTn>
                                        <p:tgtEl>
                                          <p:spTgt spid="353"/>
                                        </p:tgtEl>
                                        <p:attrNameLst>
                                          <p:attrName>style.visibility</p:attrName>
                                        </p:attrNameLst>
                                      </p:cBhvr>
                                      <p:to>
                                        <p:strVal val="visible"/>
                                      </p:to>
                                    </p:set>
                                    <p:animEffect filter="fade" transition="in">
                                      <p:cBhvr>
                                        <p:cTn dur="2000"/>
                                        <p:tgtEl>
                                          <p:spTgt spid="353"/>
                                        </p:tgtEl>
                                      </p:cBhvr>
                                    </p:animEffect>
                                  </p:childTnLst>
                                </p:cTn>
                              </p:par>
                            </p:childTnLst>
                          </p:cTn>
                        </p:par>
                        <p:par>
                          <p:cTn fill="hold">
                            <p:stCondLst>
                              <p:cond delay="4000"/>
                            </p:stCondLst>
                            <p:childTnLst>
                              <p:par>
                                <p:cTn fill="hold" nodeType="afterEffect" presetClass="entr" presetID="10" presetSubtype="0">
                                  <p:stCondLst>
                                    <p:cond delay="500"/>
                                  </p:stCondLst>
                                  <p:childTnLst>
                                    <p:set>
                                      <p:cBhvr>
                                        <p:cTn dur="1" fill="hold">
                                          <p:stCondLst>
                                            <p:cond delay="0"/>
                                          </p:stCondLst>
                                        </p:cTn>
                                        <p:tgtEl>
                                          <p:spTgt spid="355"/>
                                        </p:tgtEl>
                                        <p:attrNameLst>
                                          <p:attrName>style.visibility</p:attrName>
                                        </p:attrNameLst>
                                      </p:cBhvr>
                                      <p:to>
                                        <p:strVal val="visible"/>
                                      </p:to>
                                    </p:set>
                                    <p:animEffect filter="fade" transition="in">
                                      <p:cBhvr>
                                        <p:cTn dur="2000"/>
                                        <p:tgtEl>
                                          <p:spTgt spid="355"/>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356"/>
                                        </p:tgtEl>
                                        <p:attrNameLst>
                                          <p:attrName>style.visibility</p:attrName>
                                        </p:attrNameLst>
                                      </p:cBhvr>
                                      <p:to>
                                        <p:strVal val="visible"/>
                                      </p:to>
                                    </p:set>
                                    <p:animEffect filter="fade" transition="in">
                                      <p:cBhvr>
                                        <p:cTn dur="2000"/>
                                        <p:tgtEl>
                                          <p:spTgt spid="356"/>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357"/>
                                        </p:tgtEl>
                                        <p:attrNameLst>
                                          <p:attrName>style.visibility</p:attrName>
                                        </p:attrNameLst>
                                      </p:cBhvr>
                                      <p:to>
                                        <p:strVal val="visible"/>
                                      </p:to>
                                    </p:set>
                                    <p:animEffect filter="fade" transition="in">
                                      <p:cBhvr>
                                        <p:cTn dur="2000"/>
                                        <p:tgtEl>
                                          <p:spTgt spid="3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18"/>
          <p:cNvSpPr txBox="1"/>
          <p:nvPr>
            <p:ph type="title"/>
          </p:nvPr>
        </p:nvSpPr>
        <p:spPr>
          <a:xfrm>
            <a:off x="381000" y="228600"/>
            <a:ext cx="87630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Drawing Decision Tree (cont.)</a:t>
            </a:r>
            <a:endParaRPr/>
          </a:p>
        </p:txBody>
      </p:sp>
      <p:sp>
        <p:nvSpPr>
          <p:cNvPr id="369" name="Google Shape;369;p18"/>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370" name="Google Shape;370;p18"/>
          <p:cNvSpPr txBox="1"/>
          <p:nvPr/>
        </p:nvSpPr>
        <p:spPr>
          <a:xfrm>
            <a:off x="2268537" y="3213100"/>
            <a:ext cx="935037"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Virginia</a:t>
            </a:r>
            <a:endParaRPr/>
          </a:p>
        </p:txBody>
      </p:sp>
      <p:sp>
        <p:nvSpPr>
          <p:cNvPr id="371" name="Google Shape;371;p18"/>
          <p:cNvSpPr txBox="1"/>
          <p:nvPr/>
        </p:nvSpPr>
        <p:spPr>
          <a:xfrm>
            <a:off x="1042987" y="3429000"/>
            <a:ext cx="115252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California</a:t>
            </a:r>
            <a:endParaRPr/>
          </a:p>
        </p:txBody>
      </p:sp>
      <p:sp>
        <p:nvSpPr>
          <p:cNvPr id="372" name="Google Shape;372;p18"/>
          <p:cNvSpPr txBox="1"/>
          <p:nvPr/>
        </p:nvSpPr>
        <p:spPr>
          <a:xfrm>
            <a:off x="3492500" y="2924175"/>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Ireland</a:t>
            </a:r>
            <a:endParaRPr/>
          </a:p>
        </p:txBody>
      </p:sp>
      <p:sp>
        <p:nvSpPr>
          <p:cNvPr id="373" name="Google Shape;373;p18"/>
          <p:cNvSpPr txBox="1"/>
          <p:nvPr/>
        </p:nvSpPr>
        <p:spPr>
          <a:xfrm>
            <a:off x="5940425" y="3933825"/>
            <a:ext cx="1008062"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H K/ Sing</a:t>
            </a:r>
            <a:endParaRPr/>
          </a:p>
        </p:txBody>
      </p:sp>
      <p:sp>
        <p:nvSpPr>
          <p:cNvPr id="374" name="Google Shape;374;p18"/>
          <p:cNvSpPr txBox="1"/>
          <p:nvPr/>
        </p:nvSpPr>
        <p:spPr>
          <a:xfrm>
            <a:off x="6732587" y="3284537"/>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Japan</a:t>
            </a:r>
            <a:endParaRPr/>
          </a:p>
        </p:txBody>
      </p:sp>
      <p:sp>
        <p:nvSpPr>
          <p:cNvPr id="375" name="Google Shape;375;p18"/>
          <p:cNvSpPr txBox="1"/>
          <p:nvPr>
            <p:ph idx="1" type="body"/>
          </p:nvPr>
        </p:nvSpPr>
        <p:spPr>
          <a:xfrm>
            <a:off x="612775" y="1600200"/>
            <a:ext cx="8378825" cy="5029200"/>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chemeClr val="accent2"/>
              </a:buClr>
              <a:buSzPts val="1440"/>
              <a:buFont typeface="Noto Sans Symbols"/>
              <a:buChar char="◻"/>
            </a:pPr>
            <a:r>
              <a:rPr b="0" i="0" lang="en-US" sz="2400" u="none">
                <a:solidFill>
                  <a:schemeClr val="dk1"/>
                </a:solidFill>
                <a:latin typeface="Times New Roman"/>
                <a:ea typeface="Times New Roman"/>
                <a:cs typeface="Times New Roman"/>
                <a:sym typeface="Times New Roman"/>
              </a:rPr>
              <a:t>Calculate parent entropy E(sunny)</a:t>
            </a:r>
            <a:endParaRPr/>
          </a:p>
          <a:p>
            <a:pPr indent="-227647" lvl="0" marL="319087" marR="0" rtl="0" algn="just">
              <a:lnSpc>
                <a:spcPct val="100000"/>
              </a:lnSpc>
              <a:spcBef>
                <a:spcPts val="700"/>
              </a:spcBef>
              <a:spcAft>
                <a:spcPts val="0"/>
              </a:spcAft>
              <a:buClr>
                <a:schemeClr val="accent2"/>
              </a:buClr>
              <a:buSzPts val="1440"/>
              <a:buFont typeface="Noto Sans Symbols"/>
              <a:buNone/>
            </a:pPr>
            <a:r>
              <a:t/>
            </a:r>
            <a:endParaRPr b="0" i="0" sz="2400" u="none">
              <a:solidFill>
                <a:schemeClr val="dk1"/>
              </a:solidFill>
              <a:latin typeface="Times New Roman"/>
              <a:ea typeface="Times New Roman"/>
              <a:cs typeface="Times New Roman"/>
              <a:sym typeface="Times New Roman"/>
            </a:endParaRPr>
          </a:p>
          <a:p>
            <a:pPr indent="-227647" lvl="0" marL="319087" marR="0" rtl="0" algn="just">
              <a:lnSpc>
                <a:spcPct val="100000"/>
              </a:lnSpc>
              <a:spcBef>
                <a:spcPts val="700"/>
              </a:spcBef>
              <a:spcAft>
                <a:spcPts val="0"/>
              </a:spcAft>
              <a:buClr>
                <a:schemeClr val="accent2"/>
              </a:buClr>
              <a:buSzPts val="1440"/>
              <a:buFont typeface="Noto Sans Symbols"/>
              <a:buNone/>
            </a:pPr>
            <a:r>
              <a:t/>
            </a:r>
            <a:endParaRPr b="0" i="0" sz="2400" u="none">
              <a:solidFill>
                <a:schemeClr val="dk1"/>
              </a:solidFill>
              <a:latin typeface="Times New Roman"/>
              <a:ea typeface="Times New Roman"/>
              <a:cs typeface="Times New Roman"/>
              <a:sym typeface="Times New Roman"/>
            </a:endParaRPr>
          </a:p>
          <a:p>
            <a:pPr indent="-227647" lvl="0" marL="319087" marR="0" rtl="0" algn="just">
              <a:lnSpc>
                <a:spcPct val="100000"/>
              </a:lnSpc>
              <a:spcBef>
                <a:spcPts val="700"/>
              </a:spcBef>
              <a:spcAft>
                <a:spcPts val="0"/>
              </a:spcAft>
              <a:buClr>
                <a:schemeClr val="accent2"/>
              </a:buClr>
              <a:buSzPts val="1440"/>
              <a:buFont typeface="Noto Sans Symbols"/>
              <a:buNone/>
            </a:pPr>
            <a:r>
              <a:t/>
            </a:r>
            <a:endParaRPr b="0" i="0" sz="2400" u="none">
              <a:solidFill>
                <a:schemeClr val="dk1"/>
              </a:solidFill>
              <a:latin typeface="Times New Roman"/>
              <a:ea typeface="Times New Roman"/>
              <a:cs typeface="Times New Roman"/>
              <a:sym typeface="Times New Roman"/>
            </a:endParaRPr>
          </a:p>
          <a:p>
            <a:pPr indent="-227647" lvl="0" marL="319087" marR="0" rtl="0" algn="just">
              <a:lnSpc>
                <a:spcPct val="100000"/>
              </a:lnSpc>
              <a:spcBef>
                <a:spcPts val="700"/>
              </a:spcBef>
              <a:spcAft>
                <a:spcPts val="0"/>
              </a:spcAft>
              <a:buClr>
                <a:schemeClr val="accent2"/>
              </a:buClr>
              <a:buSzPts val="1440"/>
              <a:buFont typeface="Noto Sans Symbols"/>
              <a:buNone/>
            </a:pPr>
            <a:r>
              <a:t/>
            </a:r>
            <a:endParaRPr b="0" i="0" sz="2400" u="none">
              <a:solidFill>
                <a:schemeClr val="dk1"/>
              </a:solidFill>
              <a:latin typeface="Times New Roman"/>
              <a:ea typeface="Times New Roman"/>
              <a:cs typeface="Times New Roman"/>
              <a:sym typeface="Times New Roman"/>
            </a:endParaRPr>
          </a:p>
          <a:p>
            <a:pPr indent="-319087" lvl="0" marL="319087" marR="0" rtl="0" algn="just">
              <a:lnSpc>
                <a:spcPct val="100000"/>
              </a:lnSpc>
              <a:spcBef>
                <a:spcPts val="700"/>
              </a:spcBef>
              <a:spcAft>
                <a:spcPts val="0"/>
              </a:spcAft>
              <a:buClr>
                <a:schemeClr val="accent2"/>
              </a:buClr>
              <a:buSzPts val="1440"/>
              <a:buFont typeface="Noto Sans Symbols"/>
              <a:buChar char="❑"/>
            </a:pPr>
            <a:r>
              <a:rPr b="0" i="0" lang="en-US" sz="2400" u="none">
                <a:solidFill>
                  <a:schemeClr val="dk1"/>
                </a:solidFill>
                <a:latin typeface="Times New Roman"/>
                <a:ea typeface="Times New Roman"/>
                <a:cs typeface="Times New Roman"/>
                <a:sym typeface="Times New Roman"/>
              </a:rPr>
              <a:t>E(sunny) = (-(3/5)log(3/5)-(2/5)log(2/5)) = 0.971.</a:t>
            </a:r>
            <a:endParaRPr/>
          </a:p>
          <a:p>
            <a:pPr indent="-319087" lvl="0" marL="319087" marR="0" rtl="0" algn="just">
              <a:lnSpc>
                <a:spcPct val="100000"/>
              </a:lnSpc>
              <a:spcBef>
                <a:spcPts val="700"/>
              </a:spcBef>
              <a:spcAft>
                <a:spcPts val="0"/>
              </a:spcAft>
              <a:buClr>
                <a:schemeClr val="accent2"/>
              </a:buClr>
              <a:buSzPts val="1440"/>
              <a:buFont typeface="Noto Sans Symbols"/>
              <a:buChar char="◻"/>
            </a:pPr>
            <a:r>
              <a:rPr b="0" i="0" lang="en-US" sz="2400" u="none">
                <a:solidFill>
                  <a:schemeClr val="dk1"/>
                </a:solidFill>
                <a:latin typeface="Times New Roman"/>
                <a:ea typeface="Times New Roman"/>
                <a:cs typeface="Times New Roman"/>
                <a:sym typeface="Times New Roman"/>
              </a:rPr>
              <a:t>Now Calculate the information gain of Temperature. IG(sunny, Temperature)</a:t>
            </a:r>
            <a:endParaRPr/>
          </a:p>
        </p:txBody>
      </p:sp>
      <p:pic>
        <p:nvPicPr>
          <p:cNvPr id="376" name="Google Shape;376;p18"/>
          <p:cNvPicPr preferRelativeResize="0"/>
          <p:nvPr/>
        </p:nvPicPr>
        <p:blipFill rotWithShape="1">
          <a:blip r:embed="rId3">
            <a:alphaModFix/>
          </a:blip>
          <a:srcRect b="0" l="0" r="0" t="0"/>
          <a:stretch/>
        </p:blipFill>
        <p:spPr>
          <a:xfrm>
            <a:off x="808037" y="2201862"/>
            <a:ext cx="7239000" cy="1541462"/>
          </a:xfrm>
          <a:prstGeom prst="rect">
            <a:avLst/>
          </a:prstGeom>
          <a:noFill/>
          <a:ln>
            <a:noFill/>
          </a:ln>
        </p:spPr>
      </p:pic>
      <p:pic>
        <p:nvPicPr>
          <p:cNvPr id="377" name="Google Shape;377;p18"/>
          <p:cNvPicPr preferRelativeResize="0"/>
          <p:nvPr/>
        </p:nvPicPr>
        <p:blipFill rotWithShape="1">
          <a:blip r:embed="rId4">
            <a:alphaModFix/>
          </a:blip>
          <a:srcRect b="0" l="0" r="0" t="0"/>
          <a:stretch/>
        </p:blipFill>
        <p:spPr>
          <a:xfrm>
            <a:off x="1014412" y="5476875"/>
            <a:ext cx="6910387" cy="1152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gtEl>
                                        <p:attrNameLst>
                                          <p:attrName>style.visibility</p:attrName>
                                        </p:attrNameLst>
                                      </p:cBhvr>
                                      <p:to>
                                        <p:strVal val="visible"/>
                                      </p:to>
                                    </p:set>
                                    <p:animEffect filter="fade" transition="in">
                                      <p:cBhvr>
                                        <p:cTn dur="2000"/>
                                        <p:tgtEl>
                                          <p:spTgt spid="371"/>
                                        </p:tgtEl>
                                      </p:cBhvr>
                                    </p:animEffect>
                                  </p:childTnLst>
                                </p:cTn>
                              </p:par>
                            </p:childTnLst>
                          </p:cTn>
                        </p:par>
                        <p:par>
                          <p:cTn fill="hold">
                            <p:stCondLst>
                              <p:cond delay="2000"/>
                            </p:stCondLst>
                            <p:childTnLst>
                              <p:par>
                                <p:cTn fill="hold" nodeType="afterEffect" presetClass="entr" presetID="10" presetSubtype="0">
                                  <p:stCondLst>
                                    <p:cond delay="500"/>
                                  </p:stCondLst>
                                  <p:childTnLst>
                                    <p:set>
                                      <p:cBhvr>
                                        <p:cTn dur="1" fill="hold">
                                          <p:stCondLst>
                                            <p:cond delay="0"/>
                                          </p:stCondLst>
                                        </p:cTn>
                                        <p:tgtEl>
                                          <p:spTgt spid="370"/>
                                        </p:tgtEl>
                                        <p:attrNameLst>
                                          <p:attrName>style.visibility</p:attrName>
                                        </p:attrNameLst>
                                      </p:cBhvr>
                                      <p:to>
                                        <p:strVal val="visible"/>
                                      </p:to>
                                    </p:set>
                                    <p:animEffect filter="fade" transition="in">
                                      <p:cBhvr>
                                        <p:cTn dur="2000"/>
                                        <p:tgtEl>
                                          <p:spTgt spid="370"/>
                                        </p:tgtEl>
                                      </p:cBhvr>
                                    </p:animEffect>
                                  </p:childTnLst>
                                </p:cTn>
                              </p:par>
                            </p:childTnLst>
                          </p:cTn>
                        </p:par>
                        <p:par>
                          <p:cTn fill="hold">
                            <p:stCondLst>
                              <p:cond delay="4000"/>
                            </p:stCondLst>
                            <p:childTnLst>
                              <p:par>
                                <p:cTn fill="hold" nodeType="afterEffect" presetClass="entr" presetID="10" presetSubtype="0">
                                  <p:stCondLst>
                                    <p:cond delay="500"/>
                                  </p:stCondLst>
                                  <p:childTnLst>
                                    <p:set>
                                      <p:cBhvr>
                                        <p:cTn dur="1" fill="hold">
                                          <p:stCondLst>
                                            <p:cond delay="0"/>
                                          </p:stCondLst>
                                        </p:cTn>
                                        <p:tgtEl>
                                          <p:spTgt spid="372"/>
                                        </p:tgtEl>
                                        <p:attrNameLst>
                                          <p:attrName>style.visibility</p:attrName>
                                        </p:attrNameLst>
                                      </p:cBhvr>
                                      <p:to>
                                        <p:strVal val="visible"/>
                                      </p:to>
                                    </p:set>
                                    <p:animEffect filter="fade" transition="in">
                                      <p:cBhvr>
                                        <p:cTn dur="2000"/>
                                        <p:tgtEl>
                                          <p:spTgt spid="372"/>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373"/>
                                        </p:tgtEl>
                                        <p:attrNameLst>
                                          <p:attrName>style.visibility</p:attrName>
                                        </p:attrNameLst>
                                      </p:cBhvr>
                                      <p:to>
                                        <p:strVal val="visible"/>
                                      </p:to>
                                    </p:set>
                                    <p:animEffect filter="fade" transition="in">
                                      <p:cBhvr>
                                        <p:cTn dur="2000"/>
                                        <p:tgtEl>
                                          <p:spTgt spid="373"/>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374"/>
                                        </p:tgtEl>
                                        <p:attrNameLst>
                                          <p:attrName>style.visibility</p:attrName>
                                        </p:attrNameLst>
                                      </p:cBhvr>
                                      <p:to>
                                        <p:strVal val="visible"/>
                                      </p:to>
                                    </p:set>
                                    <p:animEffect filter="fade" transition="in">
                                      <p:cBhvr>
                                        <p:cTn dur="2000"/>
                                        <p:tgtEl>
                                          <p:spTgt spid="3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19"/>
          <p:cNvSpPr txBox="1"/>
          <p:nvPr>
            <p:ph type="title"/>
          </p:nvPr>
        </p:nvSpPr>
        <p:spPr>
          <a:xfrm>
            <a:off x="381000" y="228600"/>
            <a:ext cx="87630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Drawing Decision Tree (cont.)</a:t>
            </a:r>
            <a:endParaRPr/>
          </a:p>
        </p:txBody>
      </p:sp>
      <p:sp>
        <p:nvSpPr>
          <p:cNvPr id="385" name="Google Shape;385;p19"/>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386" name="Google Shape;386;p19"/>
          <p:cNvSpPr txBox="1"/>
          <p:nvPr/>
        </p:nvSpPr>
        <p:spPr>
          <a:xfrm>
            <a:off x="2268537" y="3213100"/>
            <a:ext cx="935037"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Virginia</a:t>
            </a:r>
            <a:endParaRPr/>
          </a:p>
        </p:txBody>
      </p:sp>
      <p:sp>
        <p:nvSpPr>
          <p:cNvPr id="387" name="Google Shape;387;p19"/>
          <p:cNvSpPr txBox="1"/>
          <p:nvPr/>
        </p:nvSpPr>
        <p:spPr>
          <a:xfrm>
            <a:off x="1042987" y="3429000"/>
            <a:ext cx="115252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California</a:t>
            </a:r>
            <a:endParaRPr/>
          </a:p>
        </p:txBody>
      </p:sp>
      <p:sp>
        <p:nvSpPr>
          <p:cNvPr id="388" name="Google Shape;388;p19"/>
          <p:cNvSpPr txBox="1"/>
          <p:nvPr/>
        </p:nvSpPr>
        <p:spPr>
          <a:xfrm>
            <a:off x="3492500" y="2924175"/>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Ireland</a:t>
            </a:r>
            <a:endParaRPr/>
          </a:p>
        </p:txBody>
      </p:sp>
      <p:sp>
        <p:nvSpPr>
          <p:cNvPr id="389" name="Google Shape;389;p19"/>
          <p:cNvSpPr txBox="1"/>
          <p:nvPr/>
        </p:nvSpPr>
        <p:spPr>
          <a:xfrm>
            <a:off x="5940425" y="3933825"/>
            <a:ext cx="1008062"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H K/ Sing</a:t>
            </a:r>
            <a:endParaRPr/>
          </a:p>
        </p:txBody>
      </p:sp>
      <p:sp>
        <p:nvSpPr>
          <p:cNvPr id="390" name="Google Shape;390;p19"/>
          <p:cNvSpPr txBox="1"/>
          <p:nvPr/>
        </p:nvSpPr>
        <p:spPr>
          <a:xfrm>
            <a:off x="6732587" y="3284537"/>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Japan</a:t>
            </a:r>
            <a:endParaRPr/>
          </a:p>
        </p:txBody>
      </p:sp>
      <p:sp>
        <p:nvSpPr>
          <p:cNvPr id="391" name="Google Shape;391;p19"/>
          <p:cNvSpPr txBox="1"/>
          <p:nvPr>
            <p:ph idx="1" type="body"/>
          </p:nvPr>
        </p:nvSpPr>
        <p:spPr>
          <a:xfrm>
            <a:off x="612775" y="1600200"/>
            <a:ext cx="8378825" cy="5257800"/>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chemeClr val="accent2"/>
              </a:buClr>
              <a:buSzPts val="1440"/>
              <a:buFont typeface="Noto Sans Symbols"/>
              <a:buChar char="❑"/>
            </a:pPr>
            <a:r>
              <a:rPr b="0" i="0" lang="en-US" sz="2400" u="none">
                <a:solidFill>
                  <a:schemeClr val="dk1"/>
                </a:solidFill>
                <a:latin typeface="Times New Roman"/>
                <a:ea typeface="Times New Roman"/>
                <a:cs typeface="Times New Roman"/>
                <a:sym typeface="Times New Roman"/>
              </a:rPr>
              <a:t>E(sunny, Temperature) = (2/5)*E(0,2) + (2/5)*E(1,1) + (1/5)*E(1,0)=2/5=0.4</a:t>
            </a:r>
            <a:endParaRPr/>
          </a:p>
          <a:p>
            <a:pPr indent="-227647" lvl="0" marL="319087" marR="0" rtl="0" algn="just">
              <a:lnSpc>
                <a:spcPct val="100000"/>
              </a:lnSpc>
              <a:spcBef>
                <a:spcPts val="700"/>
              </a:spcBef>
              <a:spcAft>
                <a:spcPts val="0"/>
              </a:spcAft>
              <a:buClr>
                <a:schemeClr val="accent2"/>
              </a:buClr>
              <a:buSzPts val="1440"/>
              <a:buFont typeface="Noto Sans Symbols"/>
              <a:buNone/>
            </a:pPr>
            <a:r>
              <a:t/>
            </a:r>
            <a:endParaRPr b="0" i="0" sz="2400" u="none">
              <a:solidFill>
                <a:schemeClr val="dk1"/>
              </a:solidFill>
              <a:latin typeface="Times New Roman"/>
              <a:ea typeface="Times New Roman"/>
              <a:cs typeface="Times New Roman"/>
              <a:sym typeface="Times New Roman"/>
            </a:endParaRPr>
          </a:p>
          <a:p>
            <a:pPr indent="-227647" lvl="0" marL="319087" marR="0" rtl="0" algn="just">
              <a:lnSpc>
                <a:spcPct val="100000"/>
              </a:lnSpc>
              <a:spcBef>
                <a:spcPts val="700"/>
              </a:spcBef>
              <a:spcAft>
                <a:spcPts val="0"/>
              </a:spcAft>
              <a:buClr>
                <a:schemeClr val="accent2"/>
              </a:buClr>
              <a:buSzPts val="1440"/>
              <a:buFont typeface="Noto Sans Symbols"/>
              <a:buNone/>
            </a:pPr>
            <a:r>
              <a:t/>
            </a:r>
            <a:endParaRPr b="0" i="0" sz="2400" u="none">
              <a:solidFill>
                <a:schemeClr val="dk1"/>
              </a:solidFill>
              <a:latin typeface="Times New Roman"/>
              <a:ea typeface="Times New Roman"/>
              <a:cs typeface="Times New Roman"/>
              <a:sym typeface="Times New Roman"/>
            </a:endParaRPr>
          </a:p>
          <a:p>
            <a:pPr indent="-319087" lvl="0" marL="319087" marR="0" rtl="0" algn="just">
              <a:lnSpc>
                <a:spcPct val="100000"/>
              </a:lnSpc>
              <a:spcBef>
                <a:spcPts val="700"/>
              </a:spcBef>
              <a:spcAft>
                <a:spcPts val="0"/>
              </a:spcAft>
              <a:buClr>
                <a:schemeClr val="accent2"/>
              </a:buClr>
              <a:buSzPts val="1440"/>
              <a:buFont typeface="Noto Sans Symbols"/>
              <a:buChar char="❑"/>
            </a:pPr>
            <a:r>
              <a:rPr b="0" i="0" lang="en-US" sz="2400" u="none">
                <a:solidFill>
                  <a:schemeClr val="dk1"/>
                </a:solidFill>
                <a:latin typeface="Times New Roman"/>
                <a:ea typeface="Times New Roman"/>
                <a:cs typeface="Times New Roman"/>
                <a:sym typeface="Times New Roman"/>
              </a:rPr>
              <a:t>Now calculate information gain.</a:t>
            </a:r>
            <a:endParaRPr/>
          </a:p>
          <a:p>
            <a:pPr indent="-319087" lvl="0" marL="319087" marR="0" rtl="0" algn="just">
              <a:lnSpc>
                <a:spcPct val="100000"/>
              </a:lnSpc>
              <a:spcBef>
                <a:spcPts val="700"/>
              </a:spcBef>
              <a:spcAft>
                <a:spcPts val="0"/>
              </a:spcAft>
              <a:buClr>
                <a:schemeClr val="accent2"/>
              </a:buClr>
              <a:buSzPts val="1440"/>
              <a:buFont typeface="Noto Sans Symbols"/>
              <a:buChar char="❑"/>
            </a:pPr>
            <a:r>
              <a:rPr b="0" i="0" lang="en-US" sz="2400" u="none">
                <a:solidFill>
                  <a:schemeClr val="dk1"/>
                </a:solidFill>
                <a:latin typeface="Times New Roman"/>
                <a:ea typeface="Times New Roman"/>
                <a:cs typeface="Times New Roman"/>
                <a:sym typeface="Times New Roman"/>
              </a:rPr>
              <a:t>IG(sunny, Temperature) = 0.971–0.4 =0.571</a:t>
            </a:r>
            <a:endParaRPr/>
          </a:p>
          <a:p>
            <a:pPr indent="-319087" lvl="0" marL="319087" marR="0" rtl="0" algn="just">
              <a:lnSpc>
                <a:spcPct val="100000"/>
              </a:lnSpc>
              <a:spcBef>
                <a:spcPts val="700"/>
              </a:spcBef>
              <a:spcAft>
                <a:spcPts val="0"/>
              </a:spcAft>
              <a:buClr>
                <a:schemeClr val="accent2"/>
              </a:buClr>
              <a:buSzPts val="1440"/>
              <a:buFont typeface="Noto Sans Symbols"/>
              <a:buChar char="⮚"/>
            </a:pPr>
            <a:r>
              <a:rPr b="0" i="0" lang="en-US" sz="2400" u="none">
                <a:solidFill>
                  <a:schemeClr val="dk1"/>
                </a:solidFill>
                <a:latin typeface="Times New Roman"/>
                <a:ea typeface="Times New Roman"/>
                <a:cs typeface="Times New Roman"/>
                <a:sym typeface="Times New Roman"/>
              </a:rPr>
              <a:t>   </a:t>
            </a:r>
            <a:r>
              <a:rPr b="1" i="0" lang="en-US" sz="2400" u="none">
                <a:solidFill>
                  <a:schemeClr val="dk1"/>
                </a:solidFill>
                <a:latin typeface="Times New Roman"/>
                <a:ea typeface="Times New Roman"/>
                <a:cs typeface="Times New Roman"/>
                <a:sym typeface="Times New Roman"/>
              </a:rPr>
              <a:t>Similarly we get</a:t>
            </a:r>
            <a:endParaRPr/>
          </a:p>
          <a:p>
            <a:pPr indent="-319087" lvl="0" marL="319087" marR="0" rtl="0" algn="just">
              <a:lnSpc>
                <a:spcPct val="100000"/>
              </a:lnSpc>
              <a:spcBef>
                <a:spcPts val="700"/>
              </a:spcBef>
              <a:spcAft>
                <a:spcPts val="0"/>
              </a:spcAft>
              <a:buClr>
                <a:schemeClr val="accent2"/>
              </a:buClr>
              <a:buSzPts val="1440"/>
              <a:buFont typeface="Noto Sans Symbols"/>
              <a:buChar char="❑"/>
            </a:pPr>
            <a:r>
              <a:rPr b="0" i="0" lang="en-US" sz="2400" u="none">
                <a:solidFill>
                  <a:schemeClr val="dk1"/>
                </a:solidFill>
                <a:latin typeface="Times New Roman"/>
                <a:ea typeface="Times New Roman"/>
                <a:cs typeface="Times New Roman"/>
                <a:sym typeface="Times New Roman"/>
              </a:rPr>
              <a:t>IG(sunny, Humidity) = 0.971</a:t>
            </a:r>
            <a:endParaRPr/>
          </a:p>
          <a:p>
            <a:pPr indent="-319087" lvl="0" marL="319087" marR="0" rtl="0" algn="just">
              <a:lnSpc>
                <a:spcPct val="100000"/>
              </a:lnSpc>
              <a:spcBef>
                <a:spcPts val="700"/>
              </a:spcBef>
              <a:spcAft>
                <a:spcPts val="0"/>
              </a:spcAft>
              <a:buClr>
                <a:schemeClr val="accent2"/>
              </a:buClr>
              <a:buSzPts val="1440"/>
              <a:buFont typeface="Noto Sans Symbols"/>
              <a:buChar char="❑"/>
            </a:pPr>
            <a:r>
              <a:rPr b="0" i="0" lang="en-US" sz="2400" u="none">
                <a:solidFill>
                  <a:schemeClr val="dk1"/>
                </a:solidFill>
                <a:latin typeface="Times New Roman"/>
                <a:ea typeface="Times New Roman"/>
                <a:cs typeface="Times New Roman"/>
                <a:sym typeface="Times New Roman"/>
              </a:rPr>
              <a:t>IG(sunny, Windy) = 0.020</a:t>
            </a:r>
            <a:endParaRPr/>
          </a:p>
          <a:p>
            <a:pPr indent="-319087" lvl="0" marL="319087" marR="0" rtl="0" algn="just">
              <a:lnSpc>
                <a:spcPct val="100000"/>
              </a:lnSpc>
              <a:spcBef>
                <a:spcPts val="700"/>
              </a:spcBef>
              <a:spcAft>
                <a:spcPts val="0"/>
              </a:spcAft>
              <a:buClr>
                <a:schemeClr val="accent2"/>
              </a:buClr>
              <a:buSzPts val="1440"/>
              <a:buFont typeface="Noto Sans Symbols"/>
              <a:buChar char="❑"/>
            </a:pPr>
            <a:r>
              <a:rPr b="0" i="0" lang="en-US" sz="2400" u="none">
                <a:solidFill>
                  <a:schemeClr val="dk1"/>
                </a:solidFill>
                <a:latin typeface="Times New Roman"/>
                <a:ea typeface="Times New Roman"/>
                <a:cs typeface="Times New Roman"/>
                <a:sym typeface="Times New Roman"/>
              </a:rPr>
              <a:t>Here IG(sunny, Humidity) is the largest value. So Humidity is the node that comes under sunny. </a:t>
            </a:r>
            <a:r>
              <a:rPr b="0" i="0" lang="en-US" sz="2400" u="none">
                <a:solidFill>
                  <a:srgbClr val="292929"/>
                </a:solidFill>
                <a:latin typeface="Times New Roman"/>
                <a:ea typeface="Times New Roman"/>
                <a:cs typeface="Times New Roman"/>
                <a:sym typeface="Times New Roman"/>
              </a:rPr>
              <a:t>Similarly, find the nodes under rainy.</a:t>
            </a:r>
            <a:endParaRPr/>
          </a:p>
        </p:txBody>
      </p:sp>
      <p:pic>
        <p:nvPicPr>
          <p:cNvPr id="392" name="Google Shape;392;p19"/>
          <p:cNvPicPr preferRelativeResize="0"/>
          <p:nvPr/>
        </p:nvPicPr>
        <p:blipFill rotWithShape="1">
          <a:blip r:embed="rId3">
            <a:alphaModFix/>
          </a:blip>
          <a:srcRect b="0" l="0" r="0" t="0"/>
          <a:stretch/>
        </p:blipFill>
        <p:spPr>
          <a:xfrm>
            <a:off x="944562" y="2347912"/>
            <a:ext cx="7715250" cy="10810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2000"/>
                                        <p:tgtEl>
                                          <p:spTgt spid="387"/>
                                        </p:tgtEl>
                                      </p:cBhvr>
                                    </p:animEffect>
                                  </p:childTnLst>
                                </p:cTn>
                              </p:par>
                            </p:childTnLst>
                          </p:cTn>
                        </p:par>
                        <p:par>
                          <p:cTn fill="hold">
                            <p:stCondLst>
                              <p:cond delay="2000"/>
                            </p:stCondLst>
                            <p:childTnLst>
                              <p:par>
                                <p:cTn fill="hold" nodeType="afterEffect" presetClass="entr" presetID="10" presetSubtype="0">
                                  <p:stCondLst>
                                    <p:cond delay="500"/>
                                  </p:stCondLst>
                                  <p:childTnLst>
                                    <p:set>
                                      <p:cBhvr>
                                        <p:cTn dur="1" fill="hold">
                                          <p:stCondLst>
                                            <p:cond delay="0"/>
                                          </p:stCondLst>
                                        </p:cTn>
                                        <p:tgtEl>
                                          <p:spTgt spid="386"/>
                                        </p:tgtEl>
                                        <p:attrNameLst>
                                          <p:attrName>style.visibility</p:attrName>
                                        </p:attrNameLst>
                                      </p:cBhvr>
                                      <p:to>
                                        <p:strVal val="visible"/>
                                      </p:to>
                                    </p:set>
                                    <p:animEffect filter="fade" transition="in">
                                      <p:cBhvr>
                                        <p:cTn dur="2000"/>
                                        <p:tgtEl>
                                          <p:spTgt spid="386"/>
                                        </p:tgtEl>
                                      </p:cBhvr>
                                    </p:animEffect>
                                  </p:childTnLst>
                                </p:cTn>
                              </p:par>
                            </p:childTnLst>
                          </p:cTn>
                        </p:par>
                        <p:par>
                          <p:cTn fill="hold">
                            <p:stCondLst>
                              <p:cond delay="4000"/>
                            </p:stCondLst>
                            <p:childTnLst>
                              <p:par>
                                <p:cTn fill="hold" nodeType="afterEffect" presetClass="entr" presetID="10" presetSubtype="0">
                                  <p:stCondLst>
                                    <p:cond delay="500"/>
                                  </p:stCondLst>
                                  <p:childTnLst>
                                    <p:set>
                                      <p:cBhvr>
                                        <p:cTn dur="1" fill="hold">
                                          <p:stCondLst>
                                            <p:cond delay="0"/>
                                          </p:stCondLst>
                                        </p:cTn>
                                        <p:tgtEl>
                                          <p:spTgt spid="388"/>
                                        </p:tgtEl>
                                        <p:attrNameLst>
                                          <p:attrName>style.visibility</p:attrName>
                                        </p:attrNameLst>
                                      </p:cBhvr>
                                      <p:to>
                                        <p:strVal val="visible"/>
                                      </p:to>
                                    </p:set>
                                    <p:animEffect filter="fade" transition="in">
                                      <p:cBhvr>
                                        <p:cTn dur="2000"/>
                                        <p:tgtEl>
                                          <p:spTgt spid="388"/>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389"/>
                                        </p:tgtEl>
                                        <p:attrNameLst>
                                          <p:attrName>style.visibility</p:attrName>
                                        </p:attrNameLst>
                                      </p:cBhvr>
                                      <p:to>
                                        <p:strVal val="visible"/>
                                      </p:to>
                                    </p:set>
                                    <p:animEffect filter="fade" transition="in">
                                      <p:cBhvr>
                                        <p:cTn dur="2000"/>
                                        <p:tgtEl>
                                          <p:spTgt spid="389"/>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390"/>
                                        </p:tgtEl>
                                        <p:attrNameLst>
                                          <p:attrName>style.visibility</p:attrName>
                                        </p:attrNameLst>
                                      </p:cBhvr>
                                      <p:to>
                                        <p:strVal val="visible"/>
                                      </p:to>
                                    </p:set>
                                    <p:animEffect filter="fade" transition="in">
                                      <p:cBhvr>
                                        <p:cTn dur="2000"/>
                                        <p:tgtEl>
                                          <p:spTgt spid="3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20"/>
          <p:cNvSpPr txBox="1"/>
          <p:nvPr>
            <p:ph type="title"/>
          </p:nvPr>
        </p:nvSpPr>
        <p:spPr>
          <a:xfrm>
            <a:off x="381000" y="228600"/>
            <a:ext cx="87630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Drawing Decision Tree (cont.)</a:t>
            </a:r>
            <a:endParaRPr/>
          </a:p>
        </p:txBody>
      </p:sp>
      <p:sp>
        <p:nvSpPr>
          <p:cNvPr id="400" name="Google Shape;400;p20"/>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401" name="Google Shape;401;p20"/>
          <p:cNvSpPr txBox="1"/>
          <p:nvPr/>
        </p:nvSpPr>
        <p:spPr>
          <a:xfrm>
            <a:off x="2268537" y="3213100"/>
            <a:ext cx="935037"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Virginia</a:t>
            </a:r>
            <a:endParaRPr/>
          </a:p>
        </p:txBody>
      </p:sp>
      <p:sp>
        <p:nvSpPr>
          <p:cNvPr id="402" name="Google Shape;402;p20"/>
          <p:cNvSpPr txBox="1"/>
          <p:nvPr/>
        </p:nvSpPr>
        <p:spPr>
          <a:xfrm>
            <a:off x="1042987" y="3429000"/>
            <a:ext cx="115252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California</a:t>
            </a:r>
            <a:endParaRPr/>
          </a:p>
        </p:txBody>
      </p:sp>
      <p:sp>
        <p:nvSpPr>
          <p:cNvPr id="403" name="Google Shape;403;p20"/>
          <p:cNvSpPr txBox="1"/>
          <p:nvPr/>
        </p:nvSpPr>
        <p:spPr>
          <a:xfrm>
            <a:off x="3492500" y="2924175"/>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Ireland</a:t>
            </a:r>
            <a:endParaRPr/>
          </a:p>
        </p:txBody>
      </p:sp>
      <p:sp>
        <p:nvSpPr>
          <p:cNvPr id="404" name="Google Shape;404;p20"/>
          <p:cNvSpPr txBox="1"/>
          <p:nvPr/>
        </p:nvSpPr>
        <p:spPr>
          <a:xfrm>
            <a:off x="5940425" y="3933825"/>
            <a:ext cx="1008062"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H K/ Sing</a:t>
            </a:r>
            <a:endParaRPr/>
          </a:p>
        </p:txBody>
      </p:sp>
      <p:sp>
        <p:nvSpPr>
          <p:cNvPr id="405" name="Google Shape;405;p20"/>
          <p:cNvSpPr txBox="1"/>
          <p:nvPr/>
        </p:nvSpPr>
        <p:spPr>
          <a:xfrm>
            <a:off x="6732587" y="3284537"/>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Japan</a:t>
            </a:r>
            <a:endParaRPr/>
          </a:p>
        </p:txBody>
      </p:sp>
      <p:sp>
        <p:nvSpPr>
          <p:cNvPr id="406" name="Google Shape;406;p20"/>
          <p:cNvSpPr txBox="1"/>
          <p:nvPr>
            <p:ph idx="1" type="body"/>
          </p:nvPr>
        </p:nvSpPr>
        <p:spPr>
          <a:xfrm>
            <a:off x="612775" y="1600200"/>
            <a:ext cx="8378825" cy="5257800"/>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chemeClr val="accent2"/>
              </a:buClr>
              <a:buSzPts val="1440"/>
              <a:buFont typeface="Noto Sans Symbols"/>
              <a:buChar char="❑"/>
            </a:pPr>
            <a:r>
              <a:rPr b="0" i="0" lang="en-US" sz="2400" u="none">
                <a:solidFill>
                  <a:schemeClr val="dk1"/>
                </a:solidFill>
                <a:latin typeface="Times New Roman"/>
                <a:ea typeface="Times New Roman"/>
                <a:cs typeface="Times New Roman"/>
                <a:sym typeface="Times New Roman"/>
              </a:rPr>
              <a:t>Finally, our decision tree will look as below:</a:t>
            </a:r>
            <a:endParaRPr/>
          </a:p>
          <a:p>
            <a:pPr indent="-227647" lvl="0" marL="319087" marR="0" rtl="0" algn="just">
              <a:lnSpc>
                <a:spcPct val="100000"/>
              </a:lnSpc>
              <a:spcBef>
                <a:spcPts val="700"/>
              </a:spcBef>
              <a:spcAft>
                <a:spcPts val="0"/>
              </a:spcAft>
              <a:buClr>
                <a:schemeClr val="accent2"/>
              </a:buClr>
              <a:buSzPts val="1440"/>
              <a:buFont typeface="Noto Sans Symbols"/>
              <a:buNone/>
            </a:pPr>
            <a:r>
              <a:t/>
            </a:r>
            <a:endParaRPr b="0" i="0" sz="2400" u="none">
              <a:solidFill>
                <a:schemeClr val="dk1"/>
              </a:solidFill>
              <a:latin typeface="Times New Roman"/>
              <a:ea typeface="Times New Roman"/>
              <a:cs typeface="Times New Roman"/>
              <a:sym typeface="Times New Roman"/>
            </a:endParaRPr>
          </a:p>
          <a:p>
            <a:pPr indent="-227648" lvl="0" marL="319088" marR="0" rtl="0" algn="l">
              <a:spcBef>
                <a:spcPts val="700"/>
              </a:spcBef>
              <a:spcAft>
                <a:spcPts val="0"/>
              </a:spcAft>
              <a:buClr>
                <a:schemeClr val="accent2"/>
              </a:buClr>
              <a:buSzPts val="1440"/>
              <a:buFont typeface="Noto Sans Symbols"/>
              <a:buNone/>
            </a:pPr>
            <a:r>
              <a:t/>
            </a:r>
            <a:endParaRPr b="0" i="0" sz="2400" u="none">
              <a:solidFill>
                <a:schemeClr val="dk1"/>
              </a:solidFill>
              <a:latin typeface="Times New Roman"/>
              <a:ea typeface="Times New Roman"/>
              <a:cs typeface="Times New Roman"/>
              <a:sym typeface="Times New Roman"/>
            </a:endParaRPr>
          </a:p>
        </p:txBody>
      </p:sp>
      <p:pic>
        <p:nvPicPr>
          <p:cNvPr id="407" name="Google Shape;407;p20"/>
          <p:cNvPicPr preferRelativeResize="0"/>
          <p:nvPr/>
        </p:nvPicPr>
        <p:blipFill rotWithShape="1">
          <a:blip r:embed="rId3">
            <a:alphaModFix/>
          </a:blip>
          <a:srcRect b="0" l="0" r="0" t="0"/>
          <a:stretch/>
        </p:blipFill>
        <p:spPr>
          <a:xfrm>
            <a:off x="760412" y="2362200"/>
            <a:ext cx="7926387" cy="4267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2"/>
                                        </p:tgtEl>
                                        <p:attrNameLst>
                                          <p:attrName>style.visibility</p:attrName>
                                        </p:attrNameLst>
                                      </p:cBhvr>
                                      <p:to>
                                        <p:strVal val="visible"/>
                                      </p:to>
                                    </p:set>
                                    <p:animEffect filter="fade" transition="in">
                                      <p:cBhvr>
                                        <p:cTn dur="2000"/>
                                        <p:tgtEl>
                                          <p:spTgt spid="402"/>
                                        </p:tgtEl>
                                      </p:cBhvr>
                                    </p:animEffect>
                                  </p:childTnLst>
                                </p:cTn>
                              </p:par>
                            </p:childTnLst>
                          </p:cTn>
                        </p:par>
                        <p:par>
                          <p:cTn fill="hold">
                            <p:stCondLst>
                              <p:cond delay="2000"/>
                            </p:stCondLst>
                            <p:childTnLst>
                              <p:par>
                                <p:cTn fill="hold" nodeType="afterEffect" presetClass="entr" presetID="10" presetSubtype="0">
                                  <p:stCondLst>
                                    <p:cond delay="500"/>
                                  </p:stCondLst>
                                  <p:childTnLst>
                                    <p:set>
                                      <p:cBhvr>
                                        <p:cTn dur="1" fill="hold">
                                          <p:stCondLst>
                                            <p:cond delay="0"/>
                                          </p:stCondLst>
                                        </p:cTn>
                                        <p:tgtEl>
                                          <p:spTgt spid="401"/>
                                        </p:tgtEl>
                                        <p:attrNameLst>
                                          <p:attrName>style.visibility</p:attrName>
                                        </p:attrNameLst>
                                      </p:cBhvr>
                                      <p:to>
                                        <p:strVal val="visible"/>
                                      </p:to>
                                    </p:set>
                                    <p:animEffect filter="fade" transition="in">
                                      <p:cBhvr>
                                        <p:cTn dur="2000"/>
                                        <p:tgtEl>
                                          <p:spTgt spid="401"/>
                                        </p:tgtEl>
                                      </p:cBhvr>
                                    </p:animEffect>
                                  </p:childTnLst>
                                </p:cTn>
                              </p:par>
                            </p:childTnLst>
                          </p:cTn>
                        </p:par>
                        <p:par>
                          <p:cTn fill="hold">
                            <p:stCondLst>
                              <p:cond delay="4000"/>
                            </p:stCondLst>
                            <p:childTnLst>
                              <p:par>
                                <p:cTn fill="hold" nodeType="afterEffect" presetClass="entr" presetID="10" presetSubtype="0">
                                  <p:stCondLst>
                                    <p:cond delay="500"/>
                                  </p:stCondLst>
                                  <p:childTnLst>
                                    <p:set>
                                      <p:cBhvr>
                                        <p:cTn dur="1" fill="hold">
                                          <p:stCondLst>
                                            <p:cond delay="0"/>
                                          </p:stCondLst>
                                        </p:cTn>
                                        <p:tgtEl>
                                          <p:spTgt spid="403"/>
                                        </p:tgtEl>
                                        <p:attrNameLst>
                                          <p:attrName>style.visibility</p:attrName>
                                        </p:attrNameLst>
                                      </p:cBhvr>
                                      <p:to>
                                        <p:strVal val="visible"/>
                                      </p:to>
                                    </p:set>
                                    <p:animEffect filter="fade" transition="in">
                                      <p:cBhvr>
                                        <p:cTn dur="2000"/>
                                        <p:tgtEl>
                                          <p:spTgt spid="403"/>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404"/>
                                        </p:tgtEl>
                                        <p:attrNameLst>
                                          <p:attrName>style.visibility</p:attrName>
                                        </p:attrNameLst>
                                      </p:cBhvr>
                                      <p:to>
                                        <p:strVal val="visible"/>
                                      </p:to>
                                    </p:set>
                                    <p:animEffect filter="fade" transition="in">
                                      <p:cBhvr>
                                        <p:cTn dur="2000"/>
                                        <p:tgtEl>
                                          <p:spTgt spid="404"/>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405"/>
                                        </p:tgtEl>
                                        <p:attrNameLst>
                                          <p:attrName>style.visibility</p:attrName>
                                        </p:attrNameLst>
                                      </p:cBhvr>
                                      <p:to>
                                        <p:strVal val="visible"/>
                                      </p:to>
                                    </p:set>
                                    <p:animEffect filter="fade" transition="in">
                                      <p:cBhvr>
                                        <p:cTn dur="2000"/>
                                        <p:tgtEl>
                                          <p:spTgt spid="4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21"/>
          <p:cNvSpPr txBox="1"/>
          <p:nvPr>
            <p:ph type="title"/>
          </p:nvPr>
        </p:nvSpPr>
        <p:spPr>
          <a:xfrm>
            <a:off x="381000" y="228600"/>
            <a:ext cx="87630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 ID3 Algorithm</a:t>
            </a:r>
            <a:endParaRPr/>
          </a:p>
        </p:txBody>
      </p:sp>
      <p:sp>
        <p:nvSpPr>
          <p:cNvPr id="415" name="Google Shape;415;p21"/>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416" name="Google Shape;416;p21"/>
          <p:cNvSpPr txBox="1"/>
          <p:nvPr/>
        </p:nvSpPr>
        <p:spPr>
          <a:xfrm>
            <a:off x="2268537" y="3213100"/>
            <a:ext cx="935037"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Virginia</a:t>
            </a:r>
            <a:endParaRPr/>
          </a:p>
        </p:txBody>
      </p:sp>
      <p:sp>
        <p:nvSpPr>
          <p:cNvPr id="417" name="Google Shape;417;p21"/>
          <p:cNvSpPr txBox="1"/>
          <p:nvPr/>
        </p:nvSpPr>
        <p:spPr>
          <a:xfrm>
            <a:off x="1042987" y="3429000"/>
            <a:ext cx="115252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California</a:t>
            </a:r>
            <a:endParaRPr/>
          </a:p>
        </p:txBody>
      </p:sp>
      <p:sp>
        <p:nvSpPr>
          <p:cNvPr id="418" name="Google Shape;418;p21"/>
          <p:cNvSpPr txBox="1"/>
          <p:nvPr/>
        </p:nvSpPr>
        <p:spPr>
          <a:xfrm>
            <a:off x="3492500" y="2924175"/>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Ireland</a:t>
            </a:r>
            <a:endParaRPr/>
          </a:p>
        </p:txBody>
      </p:sp>
      <p:sp>
        <p:nvSpPr>
          <p:cNvPr id="419" name="Google Shape;419;p21"/>
          <p:cNvSpPr txBox="1"/>
          <p:nvPr/>
        </p:nvSpPr>
        <p:spPr>
          <a:xfrm>
            <a:off x="5940425" y="3933825"/>
            <a:ext cx="1008062"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H K/ Sing</a:t>
            </a:r>
            <a:endParaRPr/>
          </a:p>
        </p:txBody>
      </p:sp>
      <p:sp>
        <p:nvSpPr>
          <p:cNvPr id="420" name="Google Shape;420;p21"/>
          <p:cNvSpPr txBox="1"/>
          <p:nvPr/>
        </p:nvSpPr>
        <p:spPr>
          <a:xfrm>
            <a:off x="6732587" y="3284537"/>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Japan</a:t>
            </a:r>
            <a:endParaRPr/>
          </a:p>
        </p:txBody>
      </p:sp>
      <p:sp>
        <p:nvSpPr>
          <p:cNvPr id="421" name="Google Shape;421;p21"/>
          <p:cNvSpPr txBox="1"/>
          <p:nvPr>
            <p:ph idx="1" type="body"/>
          </p:nvPr>
        </p:nvSpPr>
        <p:spPr>
          <a:xfrm>
            <a:off x="612775" y="1600200"/>
            <a:ext cx="8378825" cy="5257800"/>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chemeClr val="accent2"/>
              </a:buClr>
              <a:buSzPts val="1440"/>
              <a:buFont typeface="Noto Sans Symbols"/>
              <a:buChar char="❑"/>
            </a:pPr>
            <a:r>
              <a:rPr b="0" i="0" lang="en-US" sz="2400" u="none">
                <a:solidFill>
                  <a:schemeClr val="dk1"/>
                </a:solidFill>
                <a:latin typeface="Times New Roman"/>
                <a:ea typeface="Times New Roman"/>
                <a:cs typeface="Times New Roman"/>
                <a:sym typeface="Times New Roman"/>
              </a:rPr>
              <a:t>Finally, our decision tree will look as below:</a:t>
            </a:r>
            <a:endParaRPr/>
          </a:p>
          <a:p>
            <a:pPr indent="-227647" lvl="0" marL="319087" marR="0" rtl="0" algn="just">
              <a:lnSpc>
                <a:spcPct val="100000"/>
              </a:lnSpc>
              <a:spcBef>
                <a:spcPts val="700"/>
              </a:spcBef>
              <a:spcAft>
                <a:spcPts val="0"/>
              </a:spcAft>
              <a:buClr>
                <a:schemeClr val="accent2"/>
              </a:buClr>
              <a:buSzPts val="1440"/>
              <a:buFont typeface="Noto Sans Symbols"/>
              <a:buNone/>
            </a:pPr>
            <a:r>
              <a:t/>
            </a:r>
            <a:endParaRPr b="0" i="0" sz="2400" u="none">
              <a:solidFill>
                <a:schemeClr val="dk1"/>
              </a:solidFill>
              <a:latin typeface="Times New Roman"/>
              <a:ea typeface="Times New Roman"/>
              <a:cs typeface="Times New Roman"/>
              <a:sym typeface="Times New Roman"/>
            </a:endParaRPr>
          </a:p>
          <a:p>
            <a:pPr indent="-227648" lvl="0" marL="319088" marR="0" rtl="0" algn="l">
              <a:spcBef>
                <a:spcPts val="700"/>
              </a:spcBef>
              <a:spcAft>
                <a:spcPts val="0"/>
              </a:spcAft>
              <a:buClr>
                <a:schemeClr val="accent2"/>
              </a:buClr>
              <a:buSzPts val="1440"/>
              <a:buFont typeface="Noto Sans Symbols"/>
              <a:buNone/>
            </a:pPr>
            <a:r>
              <a:t/>
            </a:r>
            <a:endParaRPr b="0" i="0" sz="2400" u="none">
              <a:solidFill>
                <a:schemeClr val="dk1"/>
              </a:solidFill>
              <a:latin typeface="Times New Roman"/>
              <a:ea typeface="Times New Roman"/>
              <a:cs typeface="Times New Roman"/>
              <a:sym typeface="Times New Roman"/>
            </a:endParaRPr>
          </a:p>
        </p:txBody>
      </p:sp>
      <p:pic>
        <p:nvPicPr>
          <p:cNvPr id="422" name="Google Shape;422;p21"/>
          <p:cNvPicPr preferRelativeResize="0"/>
          <p:nvPr/>
        </p:nvPicPr>
        <p:blipFill rotWithShape="1">
          <a:blip r:embed="rId3">
            <a:alphaModFix/>
          </a:blip>
          <a:srcRect b="0" l="0" r="0" t="0"/>
          <a:stretch/>
        </p:blipFill>
        <p:spPr>
          <a:xfrm>
            <a:off x="685800" y="2209800"/>
            <a:ext cx="7845425" cy="4648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7"/>
                                        </p:tgtEl>
                                        <p:attrNameLst>
                                          <p:attrName>style.visibility</p:attrName>
                                        </p:attrNameLst>
                                      </p:cBhvr>
                                      <p:to>
                                        <p:strVal val="visible"/>
                                      </p:to>
                                    </p:set>
                                    <p:animEffect filter="fade" transition="in">
                                      <p:cBhvr>
                                        <p:cTn dur="2000"/>
                                        <p:tgtEl>
                                          <p:spTgt spid="417"/>
                                        </p:tgtEl>
                                      </p:cBhvr>
                                    </p:animEffect>
                                  </p:childTnLst>
                                </p:cTn>
                              </p:par>
                            </p:childTnLst>
                          </p:cTn>
                        </p:par>
                        <p:par>
                          <p:cTn fill="hold">
                            <p:stCondLst>
                              <p:cond delay="2000"/>
                            </p:stCondLst>
                            <p:childTnLst>
                              <p:par>
                                <p:cTn fill="hold" nodeType="afterEffect" presetClass="entr" presetID="10" presetSubtype="0">
                                  <p:stCondLst>
                                    <p:cond delay="500"/>
                                  </p:stCondLst>
                                  <p:childTnLst>
                                    <p:set>
                                      <p:cBhvr>
                                        <p:cTn dur="1" fill="hold">
                                          <p:stCondLst>
                                            <p:cond delay="0"/>
                                          </p:stCondLst>
                                        </p:cTn>
                                        <p:tgtEl>
                                          <p:spTgt spid="416"/>
                                        </p:tgtEl>
                                        <p:attrNameLst>
                                          <p:attrName>style.visibility</p:attrName>
                                        </p:attrNameLst>
                                      </p:cBhvr>
                                      <p:to>
                                        <p:strVal val="visible"/>
                                      </p:to>
                                    </p:set>
                                    <p:animEffect filter="fade" transition="in">
                                      <p:cBhvr>
                                        <p:cTn dur="2000"/>
                                        <p:tgtEl>
                                          <p:spTgt spid="416"/>
                                        </p:tgtEl>
                                      </p:cBhvr>
                                    </p:animEffect>
                                  </p:childTnLst>
                                </p:cTn>
                              </p:par>
                            </p:childTnLst>
                          </p:cTn>
                        </p:par>
                        <p:par>
                          <p:cTn fill="hold">
                            <p:stCondLst>
                              <p:cond delay="4000"/>
                            </p:stCondLst>
                            <p:childTnLst>
                              <p:par>
                                <p:cTn fill="hold" nodeType="afterEffect" presetClass="entr" presetID="10" presetSubtype="0">
                                  <p:stCondLst>
                                    <p:cond delay="500"/>
                                  </p:stCondLst>
                                  <p:childTnLst>
                                    <p:set>
                                      <p:cBhvr>
                                        <p:cTn dur="1" fill="hold">
                                          <p:stCondLst>
                                            <p:cond delay="0"/>
                                          </p:stCondLst>
                                        </p:cTn>
                                        <p:tgtEl>
                                          <p:spTgt spid="418"/>
                                        </p:tgtEl>
                                        <p:attrNameLst>
                                          <p:attrName>style.visibility</p:attrName>
                                        </p:attrNameLst>
                                      </p:cBhvr>
                                      <p:to>
                                        <p:strVal val="visible"/>
                                      </p:to>
                                    </p:set>
                                    <p:animEffect filter="fade" transition="in">
                                      <p:cBhvr>
                                        <p:cTn dur="2000"/>
                                        <p:tgtEl>
                                          <p:spTgt spid="418"/>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419"/>
                                        </p:tgtEl>
                                        <p:attrNameLst>
                                          <p:attrName>style.visibility</p:attrName>
                                        </p:attrNameLst>
                                      </p:cBhvr>
                                      <p:to>
                                        <p:strVal val="visible"/>
                                      </p:to>
                                    </p:set>
                                    <p:animEffect filter="fade" transition="in">
                                      <p:cBhvr>
                                        <p:cTn dur="2000"/>
                                        <p:tgtEl>
                                          <p:spTgt spid="419"/>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420"/>
                                        </p:tgtEl>
                                        <p:attrNameLst>
                                          <p:attrName>style.visibility</p:attrName>
                                        </p:attrNameLst>
                                      </p:cBhvr>
                                      <p:to>
                                        <p:strVal val="visible"/>
                                      </p:to>
                                    </p:set>
                                    <p:animEffect filter="fade" transition="in">
                                      <p:cBhvr>
                                        <p:cTn dur="2000"/>
                                        <p:tgtEl>
                                          <p:spTgt spid="4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22"/>
          <p:cNvSpPr txBox="1"/>
          <p:nvPr>
            <p:ph type="title"/>
          </p:nvPr>
        </p:nvSpPr>
        <p:spPr>
          <a:xfrm>
            <a:off x="381000" y="228600"/>
            <a:ext cx="87630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Times New Roman"/>
              <a:buNone/>
            </a:pPr>
            <a:r>
              <a:rPr b="0" i="0" lang="en-US" sz="4400" u="none">
                <a:solidFill>
                  <a:schemeClr val="dk2"/>
                </a:solidFill>
                <a:latin typeface="Times New Roman"/>
                <a:ea typeface="Times New Roman"/>
                <a:cs typeface="Times New Roman"/>
                <a:sym typeface="Times New Roman"/>
              </a:rPr>
              <a:t>Home work</a:t>
            </a:r>
            <a:endParaRPr/>
          </a:p>
        </p:txBody>
      </p:sp>
      <p:sp>
        <p:nvSpPr>
          <p:cNvPr id="430" name="Google Shape;430;p22"/>
          <p:cNvSpPr txBox="1"/>
          <p:nvPr/>
        </p:nvSpPr>
        <p:spPr>
          <a:xfrm>
            <a:off x="0" y="1271587"/>
            <a:ext cx="533400" cy="244475"/>
          </a:xfrm>
          <a:prstGeom prst="rect">
            <a:avLst/>
          </a:prstGeom>
          <a:no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FFFFFF"/>
              </a:buClr>
              <a:buSzPts val="1200"/>
              <a:buFont typeface="Twentieth Century"/>
              <a:buNone/>
            </a:pPr>
            <a:fld id="{00000000-1234-1234-1234-123412341234}" type="slidenum">
              <a:rPr b="1" i="0" lang="en-US" sz="1200" u="none">
                <a:solidFill>
                  <a:srgbClr val="FFFFFF"/>
                </a:solidFill>
                <a:latin typeface="Twentieth Century"/>
                <a:ea typeface="Twentieth Century"/>
                <a:cs typeface="Twentieth Century"/>
                <a:sym typeface="Twentieth Century"/>
              </a:rPr>
              <a:t>‹#›</a:t>
            </a:fld>
            <a:endParaRPr/>
          </a:p>
        </p:txBody>
      </p:sp>
      <p:sp>
        <p:nvSpPr>
          <p:cNvPr id="431" name="Google Shape;431;p22"/>
          <p:cNvSpPr txBox="1"/>
          <p:nvPr/>
        </p:nvSpPr>
        <p:spPr>
          <a:xfrm>
            <a:off x="2268537" y="3213100"/>
            <a:ext cx="935037"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Virginia</a:t>
            </a:r>
            <a:endParaRPr/>
          </a:p>
        </p:txBody>
      </p:sp>
      <p:sp>
        <p:nvSpPr>
          <p:cNvPr id="432" name="Google Shape;432;p22"/>
          <p:cNvSpPr txBox="1"/>
          <p:nvPr/>
        </p:nvSpPr>
        <p:spPr>
          <a:xfrm>
            <a:off x="1042987" y="3429000"/>
            <a:ext cx="1152525"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California</a:t>
            </a:r>
            <a:endParaRPr/>
          </a:p>
        </p:txBody>
      </p:sp>
      <p:sp>
        <p:nvSpPr>
          <p:cNvPr id="433" name="Google Shape;433;p22"/>
          <p:cNvSpPr txBox="1"/>
          <p:nvPr/>
        </p:nvSpPr>
        <p:spPr>
          <a:xfrm>
            <a:off x="3492500" y="2924175"/>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Ireland</a:t>
            </a:r>
            <a:endParaRPr/>
          </a:p>
        </p:txBody>
      </p:sp>
      <p:sp>
        <p:nvSpPr>
          <p:cNvPr id="434" name="Google Shape;434;p22"/>
          <p:cNvSpPr txBox="1"/>
          <p:nvPr/>
        </p:nvSpPr>
        <p:spPr>
          <a:xfrm>
            <a:off x="5940425" y="3933825"/>
            <a:ext cx="1008062"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H K/ Sing</a:t>
            </a:r>
            <a:endParaRPr/>
          </a:p>
        </p:txBody>
      </p:sp>
      <p:sp>
        <p:nvSpPr>
          <p:cNvPr id="435" name="Google Shape;435;p22"/>
          <p:cNvSpPr txBox="1"/>
          <p:nvPr/>
        </p:nvSpPr>
        <p:spPr>
          <a:xfrm>
            <a:off x="6732587" y="3284537"/>
            <a:ext cx="935037"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Twentieth Century"/>
              <a:buNone/>
            </a:pPr>
            <a:r>
              <a:rPr b="0" i="0" lang="en-US" sz="1600" u="none">
                <a:solidFill>
                  <a:schemeClr val="lt1"/>
                </a:solidFill>
                <a:latin typeface="Twentieth Century"/>
                <a:ea typeface="Twentieth Century"/>
                <a:cs typeface="Twentieth Century"/>
                <a:sym typeface="Twentieth Century"/>
              </a:rPr>
              <a:t>Japan</a:t>
            </a:r>
            <a:endParaRPr/>
          </a:p>
        </p:txBody>
      </p:sp>
      <p:sp>
        <p:nvSpPr>
          <p:cNvPr id="436" name="Google Shape;436;p22"/>
          <p:cNvSpPr txBox="1"/>
          <p:nvPr>
            <p:ph idx="1" type="body"/>
          </p:nvPr>
        </p:nvSpPr>
        <p:spPr>
          <a:xfrm>
            <a:off x="612775" y="1600200"/>
            <a:ext cx="8378825" cy="5257800"/>
          </a:xfrm>
          <a:prstGeom prst="rect">
            <a:avLst/>
          </a:prstGeom>
          <a:noFill/>
          <a:ln>
            <a:noFill/>
          </a:ln>
        </p:spPr>
        <p:txBody>
          <a:bodyPr anchorCtr="0" anchor="t" bIns="45700" lIns="91425" spcFirstLastPara="1" rIns="91425" wrap="square" tIns="45700">
            <a:noAutofit/>
          </a:bodyPr>
          <a:lstStyle/>
          <a:p>
            <a:pPr indent="-319087" lvl="0" marL="319087" marR="0" rtl="0" algn="just">
              <a:lnSpc>
                <a:spcPct val="100000"/>
              </a:lnSpc>
              <a:spcBef>
                <a:spcPts val="0"/>
              </a:spcBef>
              <a:spcAft>
                <a:spcPts val="0"/>
              </a:spcAft>
              <a:buClr>
                <a:schemeClr val="accent2"/>
              </a:buClr>
              <a:buSzPts val="1440"/>
              <a:buFont typeface="Noto Sans Symbols"/>
              <a:buChar char="❑"/>
            </a:pPr>
            <a:r>
              <a:rPr b="1" i="0" lang="en-US" sz="2400" u="none">
                <a:solidFill>
                  <a:schemeClr val="dk1"/>
                </a:solidFill>
                <a:latin typeface="Times New Roman"/>
                <a:ea typeface="Times New Roman"/>
                <a:cs typeface="Times New Roman"/>
                <a:sym typeface="Times New Roman"/>
              </a:rPr>
              <a:t>Classification using CART algorithm: </a:t>
            </a:r>
            <a:r>
              <a:rPr b="0" i="0" lang="en-US" sz="2400" u="none">
                <a:solidFill>
                  <a:schemeClr val="dk1"/>
                </a:solidFill>
                <a:latin typeface="Times New Roman"/>
                <a:ea typeface="Times New Roman"/>
                <a:cs typeface="Times New Roman"/>
                <a:sym typeface="Times New Roman"/>
              </a:rPr>
              <a:t>Classification using CART is similar to ID3. But instead of entropy, we use </a:t>
            </a:r>
            <a:r>
              <a:rPr b="1" i="0" lang="en-US" sz="2400" u="none">
                <a:solidFill>
                  <a:schemeClr val="dk1"/>
                </a:solidFill>
                <a:latin typeface="Times New Roman"/>
                <a:ea typeface="Times New Roman"/>
                <a:cs typeface="Times New Roman"/>
                <a:sym typeface="Times New Roman"/>
              </a:rPr>
              <a:t>Gini index.</a:t>
            </a:r>
            <a:endParaRPr/>
          </a:p>
          <a:p>
            <a:pPr indent="-227647" lvl="0" marL="319087" marR="0" rtl="0" algn="just">
              <a:lnSpc>
                <a:spcPct val="100000"/>
              </a:lnSpc>
              <a:spcBef>
                <a:spcPts val="700"/>
              </a:spcBef>
              <a:spcAft>
                <a:spcPts val="0"/>
              </a:spcAft>
              <a:buClr>
                <a:schemeClr val="accent2"/>
              </a:buClr>
              <a:buSzPts val="1440"/>
              <a:buFont typeface="Noto Sans Symbols"/>
              <a:buNone/>
            </a:pPr>
            <a:r>
              <a:t/>
            </a:r>
            <a:endParaRPr b="0" i="0" sz="2400" u="none">
              <a:solidFill>
                <a:schemeClr val="dk1"/>
              </a:solidFill>
              <a:latin typeface="Times New Roman"/>
              <a:ea typeface="Times New Roman"/>
              <a:cs typeface="Times New Roman"/>
              <a:sym typeface="Times New Roman"/>
            </a:endParaRPr>
          </a:p>
          <a:p>
            <a:pPr indent="-227648" lvl="0" marL="319088" marR="0" rtl="0" algn="l">
              <a:spcBef>
                <a:spcPts val="700"/>
              </a:spcBef>
              <a:spcAft>
                <a:spcPts val="0"/>
              </a:spcAft>
              <a:buClr>
                <a:schemeClr val="accent2"/>
              </a:buClr>
              <a:buSzPts val="1440"/>
              <a:buFont typeface="Noto Sans Symbols"/>
              <a:buNone/>
            </a:pPr>
            <a:r>
              <a:t/>
            </a:r>
            <a:endParaRPr b="0" i="0" sz="2400" u="none">
              <a:solidFill>
                <a:schemeClr val="dk1"/>
              </a:solidFill>
              <a:latin typeface="Times New Roman"/>
              <a:ea typeface="Times New Roman"/>
              <a:cs typeface="Times New Roman"/>
              <a:sym typeface="Times New Roman"/>
            </a:endParaRPr>
          </a:p>
        </p:txBody>
      </p:sp>
      <p:pic>
        <p:nvPicPr>
          <p:cNvPr id="437" name="Google Shape;437;p22"/>
          <p:cNvPicPr preferRelativeResize="0"/>
          <p:nvPr/>
        </p:nvPicPr>
        <p:blipFill rotWithShape="1">
          <a:blip r:embed="rId3">
            <a:alphaModFix/>
          </a:blip>
          <a:srcRect b="0" l="0" r="0" t="0"/>
          <a:stretch/>
        </p:blipFill>
        <p:spPr>
          <a:xfrm>
            <a:off x="1905000" y="3767137"/>
            <a:ext cx="5410200" cy="22526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2"/>
                                        </p:tgtEl>
                                        <p:attrNameLst>
                                          <p:attrName>style.visibility</p:attrName>
                                        </p:attrNameLst>
                                      </p:cBhvr>
                                      <p:to>
                                        <p:strVal val="visible"/>
                                      </p:to>
                                    </p:set>
                                    <p:animEffect filter="fade" transition="in">
                                      <p:cBhvr>
                                        <p:cTn dur="2000"/>
                                        <p:tgtEl>
                                          <p:spTgt spid="432"/>
                                        </p:tgtEl>
                                      </p:cBhvr>
                                    </p:animEffect>
                                  </p:childTnLst>
                                </p:cTn>
                              </p:par>
                            </p:childTnLst>
                          </p:cTn>
                        </p:par>
                        <p:par>
                          <p:cTn fill="hold">
                            <p:stCondLst>
                              <p:cond delay="2000"/>
                            </p:stCondLst>
                            <p:childTnLst>
                              <p:par>
                                <p:cTn fill="hold" nodeType="afterEffect" presetClass="entr" presetID="10" presetSubtype="0">
                                  <p:stCondLst>
                                    <p:cond delay="500"/>
                                  </p:stCondLst>
                                  <p:childTnLst>
                                    <p:set>
                                      <p:cBhvr>
                                        <p:cTn dur="1" fill="hold">
                                          <p:stCondLst>
                                            <p:cond delay="0"/>
                                          </p:stCondLst>
                                        </p:cTn>
                                        <p:tgtEl>
                                          <p:spTgt spid="431"/>
                                        </p:tgtEl>
                                        <p:attrNameLst>
                                          <p:attrName>style.visibility</p:attrName>
                                        </p:attrNameLst>
                                      </p:cBhvr>
                                      <p:to>
                                        <p:strVal val="visible"/>
                                      </p:to>
                                    </p:set>
                                    <p:animEffect filter="fade" transition="in">
                                      <p:cBhvr>
                                        <p:cTn dur="2000"/>
                                        <p:tgtEl>
                                          <p:spTgt spid="431"/>
                                        </p:tgtEl>
                                      </p:cBhvr>
                                    </p:animEffect>
                                  </p:childTnLst>
                                </p:cTn>
                              </p:par>
                            </p:childTnLst>
                          </p:cTn>
                        </p:par>
                        <p:par>
                          <p:cTn fill="hold">
                            <p:stCondLst>
                              <p:cond delay="4000"/>
                            </p:stCondLst>
                            <p:childTnLst>
                              <p:par>
                                <p:cTn fill="hold" nodeType="afterEffect" presetClass="entr" presetID="10" presetSubtype="0">
                                  <p:stCondLst>
                                    <p:cond delay="500"/>
                                  </p:stCondLst>
                                  <p:childTnLst>
                                    <p:set>
                                      <p:cBhvr>
                                        <p:cTn dur="1" fill="hold">
                                          <p:stCondLst>
                                            <p:cond delay="0"/>
                                          </p:stCondLst>
                                        </p:cTn>
                                        <p:tgtEl>
                                          <p:spTgt spid="433"/>
                                        </p:tgtEl>
                                        <p:attrNameLst>
                                          <p:attrName>style.visibility</p:attrName>
                                        </p:attrNameLst>
                                      </p:cBhvr>
                                      <p:to>
                                        <p:strVal val="visible"/>
                                      </p:to>
                                    </p:set>
                                    <p:animEffect filter="fade" transition="in">
                                      <p:cBhvr>
                                        <p:cTn dur="2000"/>
                                        <p:tgtEl>
                                          <p:spTgt spid="433"/>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434"/>
                                        </p:tgtEl>
                                        <p:attrNameLst>
                                          <p:attrName>style.visibility</p:attrName>
                                        </p:attrNameLst>
                                      </p:cBhvr>
                                      <p:to>
                                        <p:strVal val="visible"/>
                                      </p:to>
                                    </p:set>
                                    <p:animEffect filter="fade" transition="in">
                                      <p:cBhvr>
                                        <p:cTn dur="2000"/>
                                        <p:tgtEl>
                                          <p:spTgt spid="434"/>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435"/>
                                        </p:tgtEl>
                                        <p:attrNameLst>
                                          <p:attrName>style.visibility</p:attrName>
                                        </p:attrNameLst>
                                      </p:cBhvr>
                                      <p:to>
                                        <p:strVal val="visible"/>
                                      </p:to>
                                    </p:set>
                                    <p:animEffect filter="fade" transition="in">
                                      <p:cBhvr>
                                        <p:cTn dur="2000"/>
                                        <p:tgtEl>
                                          <p:spTgt spid="4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2_Leo's sdc 2009 presentation --final version">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eo's sdc 2009 presentation --final version">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7_Leo's sdc 2009 presentation --final version">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5_Leo's sdc 2009 presentation --final version">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6_Leo's sdc 2009 presentation --final version">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4_Leo's sdc 2009 presentation --final version">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1_Leo's sdc 2009 presentation --final version">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3_Leo's sdc 2009 presentation --final version">
  <a:themeElements>
    <a:clrScheme name="Concourse">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2009-08-22T11:34:21Z</dcterms:created>
  <dc:creator>Weijun</dc:creator>
</cp:coreProperties>
</file>