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2"/>
  </p:notesMasterIdLst>
  <p:handoutMasterIdLst>
    <p:handoutMasterId r:id="rId63"/>
  </p:handoutMasterIdLst>
  <p:sldIdLst>
    <p:sldId id="330" r:id="rId2"/>
    <p:sldId id="347" r:id="rId3"/>
    <p:sldId id="417" r:id="rId4"/>
    <p:sldId id="349" r:id="rId5"/>
    <p:sldId id="350" r:id="rId6"/>
    <p:sldId id="411" r:id="rId7"/>
    <p:sldId id="352" r:id="rId8"/>
    <p:sldId id="353" r:id="rId9"/>
    <p:sldId id="354" r:id="rId10"/>
    <p:sldId id="421" r:id="rId11"/>
    <p:sldId id="356" r:id="rId12"/>
    <p:sldId id="357" r:id="rId13"/>
    <p:sldId id="420" r:id="rId14"/>
    <p:sldId id="361" r:id="rId15"/>
    <p:sldId id="419" r:id="rId16"/>
    <p:sldId id="422" r:id="rId17"/>
    <p:sldId id="423" r:id="rId18"/>
    <p:sldId id="363" r:id="rId19"/>
    <p:sldId id="364" r:id="rId20"/>
    <p:sldId id="408" r:id="rId21"/>
    <p:sldId id="404" r:id="rId22"/>
    <p:sldId id="403" r:id="rId23"/>
    <p:sldId id="375" r:id="rId24"/>
    <p:sldId id="426" r:id="rId25"/>
    <p:sldId id="427" r:id="rId26"/>
    <p:sldId id="429" r:id="rId27"/>
    <p:sldId id="430" r:id="rId28"/>
    <p:sldId id="376" r:id="rId29"/>
    <p:sldId id="377" r:id="rId30"/>
    <p:sldId id="378" r:id="rId31"/>
    <p:sldId id="379" r:id="rId32"/>
    <p:sldId id="380" r:id="rId33"/>
    <p:sldId id="381" r:id="rId34"/>
    <p:sldId id="366" r:id="rId35"/>
    <p:sldId id="435" r:id="rId36"/>
    <p:sldId id="384" r:id="rId37"/>
    <p:sldId id="385" r:id="rId38"/>
    <p:sldId id="391" r:id="rId39"/>
    <p:sldId id="409" r:id="rId40"/>
    <p:sldId id="400" r:id="rId41"/>
    <p:sldId id="434" r:id="rId42"/>
    <p:sldId id="424" r:id="rId43"/>
    <p:sldId id="367" r:id="rId44"/>
    <p:sldId id="369" r:id="rId45"/>
    <p:sldId id="370" r:id="rId46"/>
    <p:sldId id="371" r:id="rId47"/>
    <p:sldId id="372" r:id="rId48"/>
    <p:sldId id="416" r:id="rId49"/>
    <p:sldId id="425" r:id="rId50"/>
    <p:sldId id="386" r:id="rId51"/>
    <p:sldId id="432" r:id="rId52"/>
    <p:sldId id="398" r:id="rId53"/>
    <p:sldId id="389" r:id="rId54"/>
    <p:sldId id="390" r:id="rId55"/>
    <p:sldId id="401" r:id="rId56"/>
    <p:sldId id="431" r:id="rId57"/>
    <p:sldId id="402" r:id="rId58"/>
    <p:sldId id="387" r:id="rId59"/>
    <p:sldId id="392" r:id="rId60"/>
    <p:sldId id="331" r:id="rId61"/>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p:cViewPr varScale="1">
        <p:scale>
          <a:sx n="82" d="100"/>
          <a:sy n="82" d="100"/>
        </p:scale>
        <p:origin x="1358" y="4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dirty="0"/>
              <a:t>What Operating Systems Do</a:t>
            </a:r>
          </a:p>
          <a:p>
            <a:r>
              <a:rPr lang="en-US" altLang="en-US" dirty="0"/>
              <a:t>Computer-System Organization</a:t>
            </a:r>
          </a:p>
          <a:p>
            <a:r>
              <a:rPr lang="en-US" altLang="en-US" dirty="0"/>
              <a:t>Computer-System Architecture</a:t>
            </a:r>
          </a:p>
          <a:p>
            <a:r>
              <a:rPr lang="en-US" altLang="en-US" dirty="0"/>
              <a:t>Operating-System Operations</a:t>
            </a:r>
          </a:p>
          <a:p>
            <a:r>
              <a:rPr lang="en-US" altLang="en-US" dirty="0"/>
              <a:t>Resource Management</a:t>
            </a:r>
          </a:p>
          <a:p>
            <a:r>
              <a:rPr lang="en-US" altLang="en-US" dirty="0"/>
              <a:t>Security and Protection</a:t>
            </a:r>
          </a:p>
          <a:p>
            <a:r>
              <a:rPr lang="en-US" altLang="en-US" dirty="0"/>
              <a:t>Virtualization</a:t>
            </a:r>
          </a:p>
          <a:p>
            <a:r>
              <a:rPr lang="en-US" altLang="en-US" dirty="0"/>
              <a:t>Distributed Systems</a:t>
            </a:r>
          </a:p>
          <a:p>
            <a:r>
              <a:rPr lang="en-US" altLang="en-US" dirty="0"/>
              <a:t>Computing Environments</a:t>
            </a:r>
          </a:p>
          <a:p>
            <a:r>
              <a:rPr lang="en-US" altLang="en-US" dirty="0"/>
              <a:t>Free/Libre and Open-Source Operating Systems</a:t>
            </a:r>
          </a:p>
          <a:p>
            <a:pPr>
              <a:buFont typeface="Monotype Sorts" pitchFamily="-84" charset="2"/>
              <a:buNone/>
            </a:pPr>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 services to application developers such as databases, multimedia, graphics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dirty="0"/>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Pear-to-Pear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D834A9A087D741819B608BBC1DA395" ma:contentTypeVersion="0" ma:contentTypeDescription="Create a new document." ma:contentTypeScope="" ma:versionID="0cfc178ced5b22c03231536146ace01a">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CA94F7-B2F4-49C9-A55D-14C2BEDDF8C5}"/>
</file>

<file path=customXml/itemProps2.xml><?xml version="1.0" encoding="utf-8"?>
<ds:datastoreItem xmlns:ds="http://schemas.openxmlformats.org/officeDocument/2006/customXml" ds:itemID="{81B6312C-009C-4379-8AE2-F4078DF8EDE3}"/>
</file>

<file path=customXml/itemProps3.xml><?xml version="1.0" encoding="utf-8"?>
<ds:datastoreItem xmlns:ds="http://schemas.openxmlformats.org/officeDocument/2006/customXml" ds:itemID="{2C036231-906C-4C78-AD91-C6B9DB981D70}"/>
</file>

<file path=docProps/app.xml><?xml version="1.0" encoding="utf-8"?>
<Properties xmlns="http://schemas.openxmlformats.org/officeDocument/2006/extended-properties" xmlns:vt="http://schemas.openxmlformats.org/officeDocument/2006/docPropsVTypes">
  <Template>OS8</Template>
  <TotalTime>11722</TotalTime>
  <Words>3262</Words>
  <Application>Microsoft Office PowerPoint</Application>
  <PresentationFormat>On-screen Show (4:3)</PresentationFormat>
  <Paragraphs>389</Paragraphs>
  <Slides>60</Slides>
  <Notes>52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Helvetica</vt:lpstr>
      <vt:lpstr>Monotype Sorts</vt:lpstr>
      <vt:lpstr>Times New Roman</vt:lpstr>
      <vt:lpstr>Verdana</vt:lpstr>
      <vt:lpstr>Webdings</vt:lpstr>
      <vt:lpstr>Wingdings</vt:lpstr>
      <vt:lpstr>os-8</vt:lpstr>
      <vt:lpstr>Chapter 1:  Introduction</vt:lpstr>
      <vt:lpstr>Chapter 1: Introduction</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I/O Structure</vt:lpstr>
      <vt:lpstr>I/O Structure (Cont.)</vt:lpstr>
      <vt:lpstr>Computer Startup</vt:lpstr>
      <vt:lpstr>PowerPoint Presentation</vt:lpstr>
      <vt:lpstr>Storage Structure</vt:lpstr>
      <vt:lpstr>Storage Structure (Cont.)</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Acer</cp:lastModifiedBy>
  <cp:revision>260</cp:revision>
  <cp:lastPrinted>2001-06-14T13:58:17Z</cp:lastPrinted>
  <dcterms:created xsi:type="dcterms:W3CDTF">2011-01-13T23:43:38Z</dcterms:created>
  <dcterms:modified xsi:type="dcterms:W3CDTF">2021-06-29T14:21:43Z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0x0101005ED834A9A087D741819B608BBC1DA395</vt:lpwstr>
  </property>
</Properties>
</file>