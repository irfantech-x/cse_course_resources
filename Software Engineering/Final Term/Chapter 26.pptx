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10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media/image9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_rels/presentation.xml.rels" ContentType="application/vnd.openxmlformats-package.relationships+xml"/>
  <Override PartName="/customXml/itemProps3.xml" ContentType="application/vnd.openxmlformats-officedocument.customXml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6076950" cy="45529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1.xml"/><Relationship Id="rId16" Type="http://schemas.openxmlformats.org/officeDocument/2006/relationships/customXml" Target="../customXml/item3.xml"/><Relationship Id="rId1" Type="http://schemas.openxmlformats.org/officeDocument/2006/relationships/theme" Target="theme/theme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customXml" Target="../customXml/item2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customXml" Target="../customXml/item1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333254-2029-4F52-A664-38C3803F31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303840" y="1065240"/>
            <a:ext cx="546876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68C77F-D606-4165-A444-D842ED2AC91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546876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87F3D3-3B7D-4C15-8D40-59051E8B9E4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266868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3106440" y="1065240"/>
            <a:ext cx="266868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1272C5-8C8E-44E8-BAAF-BB8BE4BB5D2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084285-96A3-423D-9E6F-6BB71272FF6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85800" y="2130480"/>
            <a:ext cx="7772040" cy="681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987BBB-3244-4AB3-B02E-FAF263C919E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3106440" y="1065240"/>
            <a:ext cx="266868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303840" y="244440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490794-0230-4C55-A50D-FF61C1078BF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266868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3106440" y="106524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3106440" y="244440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D50A52-66B2-4306-84CF-ABC4049DC9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3106440" y="106524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303840" y="2444400"/>
            <a:ext cx="5468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7FAD1C-9E2C-4E06-AEBC-0B38FE9E80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5468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303840" y="2444400"/>
            <a:ext cx="5468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8ADE41-6339-40DA-ADC0-51FBAC134A2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3106440" y="106524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303840" y="244440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3106440" y="244440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FB1F61-FC62-4485-95BD-0A6973B49DE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1760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2153160" y="1065240"/>
            <a:ext cx="1760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002120" y="1065240"/>
            <a:ext cx="1760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303840" y="2444400"/>
            <a:ext cx="1760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2153160" y="2444400"/>
            <a:ext cx="1760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4002120" y="2444400"/>
            <a:ext cx="1760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96166F-7139-4024-90DB-8BF70A85EBD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5AD12FD-7E28-470A-9C82-132208600E34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303840" y="1065240"/>
            <a:ext cx="546876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43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46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49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52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55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58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61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64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67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70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93B1BA4AC6F14F9B933FA2396D6F5F" ma:contentTypeVersion="3" ma:contentTypeDescription="Create a new document." ma:contentTypeScope="" ma:versionID="dcb47435bd690d189eb2afe4cd5c6c19">
  <xsd:schema xmlns:xsd="http://www.w3.org/2001/XMLSchema" xmlns:xs="http://www.w3.org/2001/XMLSchema" xmlns:p="http://schemas.microsoft.com/office/2006/metadata/properties" xmlns:ns2="c53b7811-e8ad-4959-b18f-bb512d4c369d" targetNamespace="http://schemas.microsoft.com/office/2006/metadata/properties" ma:root="true" ma:fieldsID="f2f32abd767404178ac7392705fd054c" ns2:_="">
    <xsd:import namespace="c53b7811-e8ad-4959-b18f-bb512d4c36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3b7811-e8ad-4959-b18f-bb512d4c36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8D27367-EFFB-41E7-A355-0CB8CA5478C7}"/>
</file>

<file path=customXml/itemProps2.xml><?xml version="1.0" encoding="utf-8"?>
<ds:datastoreItem xmlns:ds="http://schemas.openxmlformats.org/officeDocument/2006/customXml" ds:itemID="{F1D1B6BE-7AAF-44F7-A9B5-9C0E8AA8018C}"/>
</file>

<file path=customXml/itemProps3.xml><?xml version="1.0" encoding="utf-8"?>
<ds:datastoreItem xmlns:ds="http://schemas.openxmlformats.org/officeDocument/2006/customXml" ds:itemID="{FBBE5952-6AD3-4F58-B3CF-02A8E7FAB96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>generated using python-pptx</dc:description>
  <cp:lastModifiedBy/>
  <cp:revision>2</cp:revision>
  <dcterms:created xsi:type="dcterms:W3CDTF">2013-01-27T09:14:16Z</dcterms:created>
  <dcterms:modified xsi:type="dcterms:W3CDTF">2023-12-23T10:37:10Z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ContentTypeId">
    <vt:lpwstr>0x010100D893B1BA4AC6F14F9B933FA2396D6F5F</vt:lpwstr>
  </property>
</Properties>
</file>