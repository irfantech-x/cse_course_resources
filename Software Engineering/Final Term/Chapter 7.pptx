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2.jpeg" ContentType="image/jpeg"/>
  <Override PartName="/ppt/media/image7.jpeg" ContentType="image/jpeg"/>
  <Override PartName="/ppt/media/image6.jpeg" ContentType="image/jpeg"/>
  <Override PartName="/ppt/media/image5.jpeg" ContentType="image/jpeg"/>
  <Override PartName="/ppt/media/image4.jpeg" ContentType="image/jpeg"/>
  <Override PartName="/ppt/media/image25.jpeg" ContentType="image/jpeg"/>
  <Override PartName="/ppt/media/image21.jpeg" ContentType="image/jpeg"/>
  <Override PartName="/ppt/media/image16.jpeg" ContentType="image/jpeg"/>
  <Override PartName="/ppt/media/image20.jpeg" ContentType="image/jpeg"/>
  <Override PartName="/ppt/media/image15.jpeg" ContentType="image/jpeg"/>
  <Override PartName="/ppt/media/image19.jpeg" ContentType="image/jpeg"/>
  <Override PartName="/ppt/media/image3.jpeg" ContentType="image/jpeg"/>
  <Override PartName="/ppt/media/image24.jpeg" ContentType="image/jpeg"/>
  <Override PartName="/ppt/media/image18.jpeg" ContentType="image/jpeg"/>
  <Override PartName="/ppt/media/image17.jpeg" ContentType="image/jpeg"/>
  <Override PartName="/ppt/media/image1.jpeg" ContentType="image/jpeg"/>
  <Override PartName="/ppt/media/image22.jpeg" ContentType="image/jpeg"/>
  <Override PartName="/ppt/media/image14.jpeg" ContentType="image/jpeg"/>
  <Override PartName="/ppt/media/image23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6076950" cy="45529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1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ustomXml" Target="../customXml/item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B55F36-55AD-4DAB-B518-2D0FAF3A5D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A263A-49B2-494D-96D4-BDF2D5D31A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C71A3-71F7-47A9-8247-E27F998775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DA783-F0D9-42AF-A32A-253CACB4E9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E5E602-0BEE-41A7-B1F0-2A68955D0E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00A06F-0568-4089-A2CD-451DDCC0DE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481CDF-F48C-4EEB-BAC4-1E2985EBD8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CF368A-8F64-4448-B041-E1206C17D3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940BE-93F0-4309-B4D4-2CBE058502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CAE38-6896-4AE6-8DBE-7071FF8889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415CDC-F235-430A-AD1F-7BD19208EA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CE6315-ABB5-47DF-8A9D-06AD12A432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125D8C-3C59-4A80-AE97-A3F144E8EFA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9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9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9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1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1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10E659-EDA8-459F-B773-BA4875AE4346}"/>
</file>

<file path=customXml/itemProps2.xml><?xml version="1.0" encoding="utf-8"?>
<ds:datastoreItem xmlns:ds="http://schemas.openxmlformats.org/officeDocument/2006/customXml" ds:itemID="{41556F88-C231-4F08-B3A5-6CC9A8877F63}"/>
</file>

<file path=customXml/itemProps3.xml><?xml version="1.0" encoding="utf-8"?>
<ds:datastoreItem xmlns:ds="http://schemas.openxmlformats.org/officeDocument/2006/customXml" ds:itemID="{CEF95FCE-9741-462A-9B5F-0EB6208B3B6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2</cp:revision>
  <dcterms:created xsi:type="dcterms:W3CDTF">2013-01-27T09:14:16Z</dcterms:created>
  <dcterms:modified xsi:type="dcterms:W3CDTF">2023-12-26T08:32:24Z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