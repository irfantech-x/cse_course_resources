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12.jpeg" ContentType="image/jpeg"/>
  <Override PartName="/ppt/media/image8.jpeg" ContentType="image/jpeg"/>
  <Override PartName="/ppt/media/image9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ustomXml" Target="../customXml/item3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ustomXml" Target="../customXml/item2.xml"/><Relationship Id="rId2" Type="http://schemas.openxmlformats.org/officeDocument/2006/relationships/slideMaster" Target="slideMasters/slideMaster1.xml"/><Relationship Id="rId16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1C64EB-794C-40ED-AA9A-6A739D8FD0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EFDF10-9EEA-47BE-9B0B-30D252C1DC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C6FB2F-3E87-44DB-B33C-D0B9263107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F4BAE-239C-481A-8CA4-47ADB7BB08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1B1CD-3089-4707-9C68-30F60F2C22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6C621-1E3C-4F08-976C-CC5E3E33AE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B87E4C-2EBE-40C5-8726-12E4C83B15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93EAC-519D-47D1-B4F9-C8BDB42B5D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78C51-7F32-4A37-8668-CE674D89B6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54340-13D7-491F-9B67-C5FCB0D251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A9F4C7-DEDC-47C0-BFAD-1DF4F4167C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7E977D-2A3A-47A6-B7B7-E97FCE35F8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87A037-8907-4E8C-9B9B-42F88DA8C38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A3E0D9-EA52-47DD-8F3F-7F8DA978A478}"/>
</file>

<file path=customXml/itemProps2.xml><?xml version="1.0" encoding="utf-8"?>
<ds:datastoreItem xmlns:ds="http://schemas.openxmlformats.org/officeDocument/2006/customXml" ds:itemID="{6D5CB036-5CAF-429D-878D-05A912CB1378}"/>
</file>

<file path=customXml/itemProps3.xml><?xml version="1.0" encoding="utf-8"?>
<ds:datastoreItem xmlns:ds="http://schemas.openxmlformats.org/officeDocument/2006/customXml" ds:itemID="{8CFDCB74-7CF8-4EA3-BC63-8FB1D37F27B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2023-12-23T14:43:07Z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