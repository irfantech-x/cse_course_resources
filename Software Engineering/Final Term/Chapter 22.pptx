
<file path=[Content_Types].xml><?xml version="1.0" encoding="utf-8"?>
<Types xmlns="http://schemas.openxmlformats.org/package/2006/content-types">
  <Default Extension="jpg" ContentType="image/jpeg"/>
  <Default Extension="odttf" ContentType="application/vnd.openxmlformats-officedocument.obfuscatedFont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4552950" cx="607695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FOVRTz80vOe6UfrHJpQPvIE+y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8" Type="http://schemas.openxmlformats.org/officeDocument/2006/relationships/slide" Target="slides/slide4.xml"/><Relationship Id="rId21" Type="http://schemas.openxmlformats.org/officeDocument/2006/relationships/slide" Target="slides/slide17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7" Type="http://schemas.openxmlformats.org/officeDocument/2006/relationships/slide" Target="slides/slide3.xml"/><Relationship Id="rId25" Type="http://schemas.openxmlformats.org/officeDocument/2006/relationships/customXml" Target="../customXml/item3.xml"/><Relationship Id="rId20" Type="http://schemas.openxmlformats.org/officeDocument/2006/relationships/slide" Target="slides/slide16.xml"/><Relationship Id="rId2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24" Type="http://schemas.openxmlformats.org/officeDocument/2006/relationships/customXml" Target="../customXml/item2.xml"/><Relationship Id="rId15" Type="http://schemas.openxmlformats.org/officeDocument/2006/relationships/slide" Target="slides/slide11.xml"/><Relationship Id="rId5" Type="http://schemas.openxmlformats.org/officeDocument/2006/relationships/slide" Target="slides/slide1.xml"/><Relationship Id="rId23" Type="http://schemas.openxmlformats.org/officeDocument/2006/relationships/customXml" Target="../customXml/item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22" Type="http://customschemas.google.com/relationships/presentationmetadata" Target="metadata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2" type="body"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3" type="body"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2" type="body"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2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2" type="body"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3" type="body"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4" type="body"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2" type="body"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3" type="body"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4" type="body"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5" type="body"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6" type="body"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8"/>
          <p:cNvSpPr txBox="1"/>
          <p:nvPr>
            <p:ph idx="1"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5203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64" name="Google Shape;1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69" name="Google Shape;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602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8D727F-346D-4090-85E5-496E72804BBD}"/>
</file>

<file path=customXml/itemProps2.xml><?xml version="1.0" encoding="utf-8"?>
<ds:datastoreItem xmlns:ds="http://schemas.openxmlformats.org/officeDocument/2006/customXml" ds:itemID="{F3ACF70F-6679-406C-8D31-0D367E84C1EA}"/>
</file>

<file path=customXml/itemProps3.xml><?xml version="1.0" encoding="utf-8"?>
<ds:datastoreItem xmlns:ds="http://schemas.openxmlformats.org/officeDocument/2006/customXml" ds:itemID="{D1D74A70-704A-4E93-9745-D6650BC9FCC4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