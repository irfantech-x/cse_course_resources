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jpeg" ContentType="image/jpeg"/>
  <Override PartName="/ppt/media/image11.jpeg" ContentType="image/jpeg"/>
  <Override PartName="/ppt/media/image15.jpeg" ContentType="image/jpeg"/>
  <Override PartName="/ppt/media/image14.jpeg" ContentType="image/jpeg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12.jpeg" ContentType="image/jpeg"/>
  <Override PartName="/ppt/media/image10.jpeg" ContentType="image/jpeg"/>
  <Override PartName="/ppt/media/image8.jpeg" ContentType="image/jpeg"/>
  <Override PartName="/ppt/media/image13.jpeg" ContentType="image/jpeg"/>
  <Override PartName="/ppt/presProps.xml" ContentType="application/vnd.openxmlformats-officedocument.presentationml.presPro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_rels/presentation.xml.rels" ContentType="application/vnd.openxmlformats-package.relationships+xml"/>
  <Override PartName="/customXml/itemProps3.xml" ContentType="application/vnd.openxmlformats-officedocument.customXml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6076950" cy="45529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customXml" Target="../customXml/item3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customXml" Target="../customXml/item2.xml"/><Relationship Id="rId1" Type="http://schemas.openxmlformats.org/officeDocument/2006/relationships/theme" Target="theme/theme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customXml" Target="../customXml/item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8B3F38-0E7D-4E0F-BDF3-9434AFA80C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CC09BA-07D8-4918-A7C0-F162FD5D51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6F9234-BDA0-44F0-94D9-2F76675141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B9BD9D-1F00-424C-903D-6FFC9610AE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882931-397F-4CC1-88D1-458C9F17EB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2130480"/>
            <a:ext cx="7772040" cy="68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422BC3-4E2F-46B3-8645-8A73F2E666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3038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45CA44-12DA-41BD-9B19-D081BF7F74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31064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3C0E53-7FCA-478B-9949-B6692A5503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303840" y="2444400"/>
            <a:ext cx="5468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722F77-3B5C-43DB-90EC-23F988BEC3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5468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303840" y="2444400"/>
            <a:ext cx="5468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56107D-CEE0-4C21-9541-A1ABAEB9AF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3038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31064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0DC7DF-C0AF-40B6-A1A9-7CEA86FB353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153160" y="106524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002120" y="106524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303840" y="244440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153160" y="244440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4002120" y="244440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14E707-CF19-429F-91BC-1DFC971798E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F5AAD09-3989-490B-9429-B61DE4C2B53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43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46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49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52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55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58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61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64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67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70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73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76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79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82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85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93B1BA4AC6F14F9B933FA2396D6F5F" ma:contentTypeVersion="3" ma:contentTypeDescription="Create a new document." ma:contentTypeScope="" ma:versionID="dcb47435bd690d189eb2afe4cd5c6c19">
  <xsd:schema xmlns:xsd="http://www.w3.org/2001/XMLSchema" xmlns:xs="http://www.w3.org/2001/XMLSchema" xmlns:p="http://schemas.microsoft.com/office/2006/metadata/properties" xmlns:ns2="c53b7811-e8ad-4959-b18f-bb512d4c369d" targetNamespace="http://schemas.microsoft.com/office/2006/metadata/properties" ma:root="true" ma:fieldsID="f2f32abd767404178ac7392705fd054c" ns2:_="">
    <xsd:import namespace="c53b7811-e8ad-4959-b18f-bb512d4c36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3b7811-e8ad-4959-b18f-bb512d4c36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08F6C21-D6B7-4563-94F1-FFAC1DE0841D}"/>
</file>

<file path=customXml/itemProps2.xml><?xml version="1.0" encoding="utf-8"?>
<ds:datastoreItem xmlns:ds="http://schemas.openxmlformats.org/officeDocument/2006/customXml" ds:itemID="{74D1E500-0AC5-4A45-B06E-31BE0EABC7CB}"/>
</file>

<file path=customXml/itemProps3.xml><?xml version="1.0" encoding="utf-8"?>
<ds:datastoreItem xmlns:ds="http://schemas.openxmlformats.org/officeDocument/2006/customXml" ds:itemID="{4A6075E3-18E6-43E1-87BA-A105DED91CD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/>
  <cp:revision>2</cp:revision>
  <dcterms:created xsi:type="dcterms:W3CDTF">2013-01-27T09:14:16Z</dcterms:created>
  <dcterms:modified xsi:type="dcterms:W3CDTF">2023-12-23T14:49:04Z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ContentTypeId">
    <vt:lpwstr>0x010100D893B1BA4AC6F14F9B933FA2396D6F5F</vt:lpwstr>
  </property>
</Properties>
</file>