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6076950" cy="4552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48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93B1BA4AC6F14F9B933FA2396D6F5F" ma:contentTypeVersion="3" ma:contentTypeDescription="Create a new document." ma:contentTypeScope="" ma:versionID="dcb47435bd690d189eb2afe4cd5c6c19">
  <xsd:schema xmlns:xsd="http://www.w3.org/2001/XMLSchema" xmlns:xs="http://www.w3.org/2001/XMLSchema" xmlns:p="http://schemas.microsoft.com/office/2006/metadata/properties" xmlns:ns2="c53b7811-e8ad-4959-b18f-bb512d4c369d" targetNamespace="http://schemas.microsoft.com/office/2006/metadata/properties" ma:root="true" ma:fieldsID="f2f32abd767404178ac7392705fd054c" ns2:_="">
    <xsd:import namespace="c53b7811-e8ad-4959-b18f-bb512d4c36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3b7811-e8ad-4959-b18f-bb512d4c36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6DF2168-F18A-43DB-AB39-55987963DD7C}"/>
</file>

<file path=customXml/itemProps2.xml><?xml version="1.0" encoding="utf-8"?>
<ds:datastoreItem xmlns:ds="http://schemas.openxmlformats.org/officeDocument/2006/customXml" ds:itemID="{DA72B1BB-B653-428D-94B8-85178AA663AD}"/>
</file>

<file path=customXml/itemProps3.xml><?xml version="1.0" encoding="utf-8"?>
<ds:datastoreItem xmlns:ds="http://schemas.openxmlformats.org/officeDocument/2006/customXml" ds:itemID="{36F1F41F-6DAD-434F-BB94-A77F3509A8EB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Custom</PresentationFormat>
  <Paragraphs>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Dell</dc:creator>
  <cp:keywords/>
  <dc:description>generated using python-pptx</dc:description>
  <cp:lastModifiedBy>Rajibul Palas</cp:lastModifiedBy>
  <cp:revision>3</cp:revision>
  <dcterms:created xsi:type="dcterms:W3CDTF">2013-01-27T09:14:16Z</dcterms:created>
  <dcterms:modified xsi:type="dcterms:W3CDTF">2023-05-02T04:25:51Z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0x010100D893B1BA4AC6F14F9B933FA2396D6F5F</vt:lpwstr>
  </property>
</Properties>
</file>