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1.jpeg" ContentType="image/jpeg"/>
  <Override PartName="/ppt/media/image20.jpeg" ContentType="image/jpeg"/>
  <Override PartName="/ppt/media/image19.jpeg" ContentType="image/jpeg"/>
  <Override PartName="/ppt/media/image18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22.jpeg" ContentType="image/jpeg"/>
  <Override PartName="/ppt/media/image12.jpeg" ContentType="image/jpeg"/>
  <Override PartName="/ppt/media/image10.jpeg" ContentType="image/jpeg"/>
  <Override PartName="/ppt/media/image29.jpeg" ContentType="image/jpeg"/>
  <Override PartName="/ppt/media/image1.jpeg" ContentType="image/jpeg"/>
  <Override PartName="/ppt/media/image35.jpeg" ContentType="image/jpeg"/>
  <Override PartName="/ppt/media/image13.jpeg" ContentType="image/jpeg"/>
  <Override PartName="/ppt/media/image11.jpeg" ContentType="image/jpeg"/>
  <Override PartName="/ppt/media/image9.jpeg" ContentType="image/jpeg"/>
  <Override PartName="/ppt/media/image30.jpeg" ContentType="image/jpeg"/>
  <Override PartName="/ppt/media/image37.jpeg" ContentType="image/jpeg"/>
  <Override PartName="/ppt/media/image3.jpeg" ContentType="image/jpeg"/>
  <Override PartName="/ppt/media/image24.jpeg" ContentType="image/jpeg"/>
  <Override PartName="/ppt/media/image31.jpeg" ContentType="image/jpeg"/>
  <Override PartName="/ppt/media/image4.jpeg" ContentType="image/jpeg"/>
  <Override PartName="/ppt/media/image25.jpeg" ContentType="image/jpeg"/>
  <Override PartName="/ppt/media/image32.jpeg" ContentType="image/jpeg"/>
  <Override PartName="/ppt/media/image5.jpeg" ContentType="image/jpeg"/>
  <Override PartName="/ppt/media/image26.jpeg" ContentType="image/jpeg"/>
  <Override PartName="/ppt/media/image8.jpeg" ContentType="image/jpeg"/>
  <Override PartName="/ppt/media/image39.jpeg" ContentType="image/jpeg"/>
  <Override PartName="/ppt/media/image33.jpeg" ContentType="image/jpeg"/>
  <Override PartName="/ppt/media/image6.jpeg" ContentType="image/jpeg"/>
  <Override PartName="/ppt/media/image27.jpeg" ContentType="image/jpeg"/>
  <Override PartName="/ppt/media/image34.jpeg" ContentType="image/jpeg"/>
  <Override PartName="/ppt/media/image28.jpeg" ContentType="image/jpeg"/>
  <Override PartName="/ppt/media/image7.jpeg" ContentType="image/jpeg"/>
  <Override PartName="/ppt/media/image38.jpeg" ContentType="image/jpeg"/>
  <Override PartName="/ppt/media/image36.jpeg" ContentType="image/jpeg"/>
  <Override PartName="/ppt/media/image2.jpeg" ContentType="image/jpeg"/>
  <Override PartName="/ppt/media/image23.jpeg" ContentType="image/jpe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6076950" cy="45529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ustomXml" Target="../customXml/item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AF783D-D114-44E7-829B-466684F89C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C39E71-DB4A-4298-99CA-F25C27BF4C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495BF0-2762-4192-BA31-CA417451E6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2D9D39-B37F-4CE0-AF6C-1AAF6B14DF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160C0C-3881-41D8-86A1-62D5CAE175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BD3083-39FD-44D8-9CA8-B912ED0433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D65F8C-C953-4DD3-A7B4-DFCCEE4462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914334-29BE-4D3C-A61D-8CEC1EC3E5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777DCB-74E6-4677-B830-F155E41DF3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03840" y="2444400"/>
            <a:ext cx="5468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706F2A-1D4D-45E6-B4EC-18F2D1D81B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106440" y="106524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038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106440" y="2444400"/>
            <a:ext cx="26686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DE4AC6-64ED-45F8-BB2D-A580DB8746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0384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15316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002120" y="106524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0384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15316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002120" y="2444400"/>
            <a:ext cx="176076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8000"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A16081-72B2-40A4-A72F-CC0DDAE46B7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221685-374E-4339-8CFA-D6ED2F4015A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03840" y="1065240"/>
            <a:ext cx="5468760" cy="26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Layout" Target="../slideLayouts/slideLayout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4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5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6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0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7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8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8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8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9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9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9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00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0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0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0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1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1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1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2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2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2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30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33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36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39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42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45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48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51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54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157" name="Picture 3" descr="image.jpg"/>
          <p:cNvPicPr/>
          <p:nvPr/>
        </p:nvPicPr>
        <p:blipFill>
          <a:blip r:embed="rId1"/>
          <a:stretch/>
        </p:blipFill>
        <p:spPr>
          <a:xfrm>
            <a:off x="0" y="0"/>
            <a:ext cx="6076440" cy="455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93B1BA4AC6F14F9B933FA2396D6F5F" ma:contentTypeVersion="3" ma:contentTypeDescription="Create a new document." ma:contentTypeScope="" ma:versionID="dcb47435bd690d189eb2afe4cd5c6c19">
  <xsd:schema xmlns:xsd="http://www.w3.org/2001/XMLSchema" xmlns:xs="http://www.w3.org/2001/XMLSchema" xmlns:p="http://schemas.microsoft.com/office/2006/metadata/properties" xmlns:ns2="c53b7811-e8ad-4959-b18f-bb512d4c369d" targetNamespace="http://schemas.microsoft.com/office/2006/metadata/properties" ma:root="true" ma:fieldsID="f2f32abd767404178ac7392705fd054c" ns2:_="">
    <xsd:import namespace="c53b7811-e8ad-4959-b18f-bb512d4c36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b7811-e8ad-4959-b18f-bb512d4c3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3FC00BE-5B83-4874-ABD5-8768A3778E7B}"/>
</file>

<file path=customXml/itemProps2.xml><?xml version="1.0" encoding="utf-8"?>
<ds:datastoreItem xmlns:ds="http://schemas.openxmlformats.org/officeDocument/2006/customXml" ds:itemID="{719128C5-C94C-4220-BFED-DE4758591B76}"/>
</file>

<file path=customXml/itemProps3.xml><?xml version="1.0" encoding="utf-8"?>
<ds:datastoreItem xmlns:ds="http://schemas.openxmlformats.org/officeDocument/2006/customXml" ds:itemID="{55285A13-E02F-42EF-88AF-39CA85D956C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/>
  <cp:revision>2</cp:revision>
  <dcterms:created xsi:type="dcterms:W3CDTF">2013-01-27T09:14:16Z</dcterms:created>
  <dcterms:modified xsi:type="dcterms:W3CDTF">2023-12-26T08:30:32Z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0x010100D893B1BA4AC6F14F9B933FA2396D6F5F</vt:lpwstr>
  </property>
</Properties>
</file>